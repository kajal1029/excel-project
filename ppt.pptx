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828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13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714B94-4213-4EF2-8B90-3ACC095B5D5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F259916-43DA-4AA1-A87C-6559A7386DF1}">
      <dgm:prSet phldrT="[Text]"/>
      <dgm:spPr>
        <a:solidFill>
          <a:srgbClr val="C00000"/>
        </a:solidFill>
      </dgm:spPr>
      <dgm:t>
        <a:bodyPr/>
        <a:lstStyle/>
        <a:p>
          <a:r>
            <a:rPr lang="en-IN" dirty="0"/>
            <a:t>United  States</a:t>
          </a:r>
        </a:p>
      </dgm:t>
    </dgm:pt>
    <dgm:pt modelId="{8EB578A5-EF1E-4115-B42B-9741F3FFDDAF}" type="parTrans" cxnId="{1B10182E-3A1B-4954-AE1A-9CFE3D4059A1}">
      <dgm:prSet/>
      <dgm:spPr/>
      <dgm:t>
        <a:bodyPr/>
        <a:lstStyle/>
        <a:p>
          <a:endParaRPr lang="en-IN"/>
        </a:p>
      </dgm:t>
    </dgm:pt>
    <dgm:pt modelId="{A9EB89BF-BC6C-4E22-B880-608CBDD2F7BA}" type="sibTrans" cxnId="{1B10182E-3A1B-4954-AE1A-9CFE3D4059A1}">
      <dgm:prSet/>
      <dgm:spPr/>
      <dgm:t>
        <a:bodyPr/>
        <a:lstStyle/>
        <a:p>
          <a:endParaRPr lang="en-IN"/>
        </a:p>
      </dgm:t>
    </dgm:pt>
    <dgm:pt modelId="{B2850961-1FBC-48BF-ADF9-558B0846C214}">
      <dgm:prSet phldrT="[Text]"/>
      <dgm:spPr/>
      <dgm:t>
        <a:bodyPr/>
        <a:lstStyle/>
        <a:p>
          <a:r>
            <a:rPr lang="en-IN" dirty="0"/>
            <a:t>India</a:t>
          </a:r>
        </a:p>
      </dgm:t>
    </dgm:pt>
    <dgm:pt modelId="{6A56FAEC-7372-4D4F-9F04-3A615C23705A}" type="parTrans" cxnId="{0E668E67-45C6-4AC2-82C8-5375595DB303}">
      <dgm:prSet/>
      <dgm:spPr/>
      <dgm:t>
        <a:bodyPr/>
        <a:lstStyle/>
        <a:p>
          <a:endParaRPr lang="en-IN"/>
        </a:p>
      </dgm:t>
    </dgm:pt>
    <dgm:pt modelId="{09618B35-D5A6-4550-860C-E9195E70AA04}" type="sibTrans" cxnId="{0E668E67-45C6-4AC2-82C8-5375595DB303}">
      <dgm:prSet/>
      <dgm:spPr/>
      <dgm:t>
        <a:bodyPr/>
        <a:lstStyle/>
        <a:p>
          <a:endParaRPr lang="en-IN"/>
        </a:p>
      </dgm:t>
    </dgm:pt>
    <dgm:pt modelId="{37A38BFE-C570-4735-8772-F196CC5EA770}">
      <dgm:prSet phldrT="[Text]"/>
      <dgm:spPr>
        <a:solidFill>
          <a:srgbClr val="92D050"/>
        </a:solidFill>
      </dgm:spPr>
      <dgm:t>
        <a:bodyPr/>
        <a:lstStyle/>
        <a:p>
          <a:r>
            <a:rPr lang="en-IN" dirty="0"/>
            <a:t>United Kingdom</a:t>
          </a:r>
        </a:p>
      </dgm:t>
    </dgm:pt>
    <dgm:pt modelId="{2805DE6C-73CF-478D-A96F-FFF0BADEF86F}" type="parTrans" cxnId="{D6D21457-B66F-4C3B-98B1-5BB6C6414F70}">
      <dgm:prSet/>
      <dgm:spPr/>
      <dgm:t>
        <a:bodyPr/>
        <a:lstStyle/>
        <a:p>
          <a:endParaRPr lang="en-IN"/>
        </a:p>
      </dgm:t>
    </dgm:pt>
    <dgm:pt modelId="{495D5A7E-FC3C-43B9-A413-231D0F734080}" type="sibTrans" cxnId="{D6D21457-B66F-4C3B-98B1-5BB6C6414F70}">
      <dgm:prSet/>
      <dgm:spPr/>
      <dgm:t>
        <a:bodyPr/>
        <a:lstStyle/>
        <a:p>
          <a:endParaRPr lang="en-IN"/>
        </a:p>
      </dgm:t>
    </dgm:pt>
    <dgm:pt modelId="{5692337D-D03E-430A-A2B8-80707C75529A}" type="pres">
      <dgm:prSet presAssocID="{10714B94-4213-4EF2-8B90-3ACC095B5D59}" presName="linear" presStyleCnt="0">
        <dgm:presLayoutVars>
          <dgm:dir/>
          <dgm:animLvl val="lvl"/>
          <dgm:resizeHandles val="exact"/>
        </dgm:presLayoutVars>
      </dgm:prSet>
      <dgm:spPr/>
    </dgm:pt>
    <dgm:pt modelId="{098880E1-0264-49CC-B11F-A97AC1D92EB2}" type="pres">
      <dgm:prSet presAssocID="{BF259916-43DA-4AA1-A87C-6559A7386DF1}" presName="parentLin" presStyleCnt="0"/>
      <dgm:spPr/>
    </dgm:pt>
    <dgm:pt modelId="{05B4EF33-F7B3-45CB-BBA6-8B75B0DCF0B3}" type="pres">
      <dgm:prSet presAssocID="{BF259916-43DA-4AA1-A87C-6559A7386DF1}" presName="parentLeftMargin" presStyleLbl="node1" presStyleIdx="0" presStyleCnt="3"/>
      <dgm:spPr/>
    </dgm:pt>
    <dgm:pt modelId="{03F9B995-B0F5-47B2-887F-B4DD8F857AE1}" type="pres">
      <dgm:prSet presAssocID="{BF259916-43DA-4AA1-A87C-6559A7386DF1}" presName="parentText" presStyleLbl="node1" presStyleIdx="0" presStyleCnt="3" custLinFactNeighborX="-37888" custLinFactNeighborY="17987">
        <dgm:presLayoutVars>
          <dgm:chMax val="0"/>
          <dgm:bulletEnabled val="1"/>
        </dgm:presLayoutVars>
      </dgm:prSet>
      <dgm:spPr/>
    </dgm:pt>
    <dgm:pt modelId="{EDE3DAFB-41CC-40BF-89A7-FE9BCE366C77}" type="pres">
      <dgm:prSet presAssocID="{BF259916-43DA-4AA1-A87C-6559A7386DF1}" presName="negativeSpace" presStyleCnt="0"/>
      <dgm:spPr/>
    </dgm:pt>
    <dgm:pt modelId="{F3B8292F-8CAE-49A9-A424-BC50E499E5E9}" type="pres">
      <dgm:prSet presAssocID="{BF259916-43DA-4AA1-A87C-6559A7386DF1}" presName="childText" presStyleLbl="conFgAcc1" presStyleIdx="0" presStyleCnt="3" custLinFactNeighborX="0" custLinFactNeighborY="38269">
        <dgm:presLayoutVars>
          <dgm:bulletEnabled val="1"/>
        </dgm:presLayoutVars>
      </dgm:prSet>
      <dgm:spPr/>
    </dgm:pt>
    <dgm:pt modelId="{78EF8691-E00F-44AC-B8F5-45661CE1747C}" type="pres">
      <dgm:prSet presAssocID="{A9EB89BF-BC6C-4E22-B880-608CBDD2F7BA}" presName="spaceBetweenRectangles" presStyleCnt="0"/>
      <dgm:spPr/>
    </dgm:pt>
    <dgm:pt modelId="{9A766A9F-B2AF-4ECF-A805-8562F3BEAB1F}" type="pres">
      <dgm:prSet presAssocID="{B2850961-1FBC-48BF-ADF9-558B0846C214}" presName="parentLin" presStyleCnt="0"/>
      <dgm:spPr/>
    </dgm:pt>
    <dgm:pt modelId="{5C07A2A3-89DB-45DF-AA2F-022B891717C4}" type="pres">
      <dgm:prSet presAssocID="{B2850961-1FBC-48BF-ADF9-558B0846C214}" presName="parentLeftMargin" presStyleLbl="node1" presStyleIdx="0" presStyleCnt="3"/>
      <dgm:spPr/>
    </dgm:pt>
    <dgm:pt modelId="{82E04A64-8019-4519-8436-EBEA4D58F0BE}" type="pres">
      <dgm:prSet presAssocID="{B2850961-1FBC-48BF-ADF9-558B0846C214}" presName="parentText" presStyleLbl="node1" presStyleIdx="1" presStyleCnt="3" custLinFactNeighborX="-37888" custLinFactNeighborY="-305">
        <dgm:presLayoutVars>
          <dgm:chMax val="0"/>
          <dgm:bulletEnabled val="1"/>
        </dgm:presLayoutVars>
      </dgm:prSet>
      <dgm:spPr/>
    </dgm:pt>
    <dgm:pt modelId="{481AB478-40B9-481E-BFA6-07B77F6537DF}" type="pres">
      <dgm:prSet presAssocID="{B2850961-1FBC-48BF-ADF9-558B0846C214}" presName="negativeSpace" presStyleCnt="0"/>
      <dgm:spPr/>
    </dgm:pt>
    <dgm:pt modelId="{A31CD89C-6C74-4559-ABCA-FB4730777F92}" type="pres">
      <dgm:prSet presAssocID="{B2850961-1FBC-48BF-ADF9-558B0846C214}" presName="childText" presStyleLbl="conFgAcc1" presStyleIdx="1" presStyleCnt="3" custLinFactNeighborX="0" custLinFactNeighborY="-74077">
        <dgm:presLayoutVars>
          <dgm:bulletEnabled val="1"/>
        </dgm:presLayoutVars>
      </dgm:prSet>
      <dgm:spPr/>
    </dgm:pt>
    <dgm:pt modelId="{3011097D-B324-4157-80DB-3F0A8E82653F}" type="pres">
      <dgm:prSet presAssocID="{09618B35-D5A6-4550-860C-E9195E70AA04}" presName="spaceBetweenRectangles" presStyleCnt="0"/>
      <dgm:spPr/>
    </dgm:pt>
    <dgm:pt modelId="{44726614-98F9-47AF-8E7D-2A0B153A3E66}" type="pres">
      <dgm:prSet presAssocID="{37A38BFE-C570-4735-8772-F196CC5EA770}" presName="parentLin" presStyleCnt="0"/>
      <dgm:spPr/>
    </dgm:pt>
    <dgm:pt modelId="{330AF09E-6A49-4333-816D-26BE08387BBB}" type="pres">
      <dgm:prSet presAssocID="{37A38BFE-C570-4735-8772-F196CC5EA770}" presName="parentLeftMargin" presStyleLbl="node1" presStyleIdx="1" presStyleCnt="3"/>
      <dgm:spPr/>
    </dgm:pt>
    <dgm:pt modelId="{377010E2-EDC0-48DB-A2ED-6E1F15970B69}" type="pres">
      <dgm:prSet presAssocID="{37A38BFE-C570-4735-8772-F196CC5EA770}" presName="parentText" presStyleLbl="node1" presStyleIdx="2" presStyleCnt="3" custLinFactNeighborX="-37888" custLinFactNeighborY="-17581">
        <dgm:presLayoutVars>
          <dgm:chMax val="0"/>
          <dgm:bulletEnabled val="1"/>
        </dgm:presLayoutVars>
      </dgm:prSet>
      <dgm:spPr/>
    </dgm:pt>
    <dgm:pt modelId="{4C10C5FD-5528-4465-9355-59A6277C37A0}" type="pres">
      <dgm:prSet presAssocID="{37A38BFE-C570-4735-8772-F196CC5EA770}" presName="negativeSpace" presStyleCnt="0"/>
      <dgm:spPr/>
    </dgm:pt>
    <dgm:pt modelId="{91F0896A-5207-4D14-BCE3-0622AC7F6D79}" type="pres">
      <dgm:prSet presAssocID="{37A38BFE-C570-4735-8772-F196CC5EA770}" presName="childText" presStyleLbl="conFgAcc1" presStyleIdx="2" presStyleCnt="3" custLinFactNeighborX="0" custLinFactNeighborY="-73578">
        <dgm:presLayoutVars>
          <dgm:bulletEnabled val="1"/>
        </dgm:presLayoutVars>
      </dgm:prSet>
      <dgm:spPr/>
    </dgm:pt>
  </dgm:ptLst>
  <dgm:cxnLst>
    <dgm:cxn modelId="{40624100-78C4-4066-9421-DD7932DB7147}" type="presOf" srcId="{37A38BFE-C570-4735-8772-F196CC5EA770}" destId="{377010E2-EDC0-48DB-A2ED-6E1F15970B69}" srcOrd="1" destOrd="0" presId="urn:microsoft.com/office/officeart/2005/8/layout/list1"/>
    <dgm:cxn modelId="{2D54AA1B-4809-4125-BA1D-3EF3B9E63A69}" type="presOf" srcId="{BF259916-43DA-4AA1-A87C-6559A7386DF1}" destId="{05B4EF33-F7B3-45CB-BBA6-8B75B0DCF0B3}" srcOrd="0" destOrd="0" presId="urn:microsoft.com/office/officeart/2005/8/layout/list1"/>
    <dgm:cxn modelId="{BD43ED21-D87B-45FF-899D-BF46DA0BBC96}" type="presOf" srcId="{B2850961-1FBC-48BF-ADF9-558B0846C214}" destId="{82E04A64-8019-4519-8436-EBEA4D58F0BE}" srcOrd="1" destOrd="0" presId="urn:microsoft.com/office/officeart/2005/8/layout/list1"/>
    <dgm:cxn modelId="{1B10182E-3A1B-4954-AE1A-9CFE3D4059A1}" srcId="{10714B94-4213-4EF2-8B90-3ACC095B5D59}" destId="{BF259916-43DA-4AA1-A87C-6559A7386DF1}" srcOrd="0" destOrd="0" parTransId="{8EB578A5-EF1E-4115-B42B-9741F3FFDDAF}" sibTransId="{A9EB89BF-BC6C-4E22-B880-608CBDD2F7BA}"/>
    <dgm:cxn modelId="{0E668E67-45C6-4AC2-82C8-5375595DB303}" srcId="{10714B94-4213-4EF2-8B90-3ACC095B5D59}" destId="{B2850961-1FBC-48BF-ADF9-558B0846C214}" srcOrd="1" destOrd="0" parTransId="{6A56FAEC-7372-4D4F-9F04-3A615C23705A}" sibTransId="{09618B35-D5A6-4550-860C-E9195E70AA04}"/>
    <dgm:cxn modelId="{5E5B5670-35AB-4D5E-B900-D2C798D55FED}" type="presOf" srcId="{37A38BFE-C570-4735-8772-F196CC5EA770}" destId="{330AF09E-6A49-4333-816D-26BE08387BBB}" srcOrd="0" destOrd="0" presId="urn:microsoft.com/office/officeart/2005/8/layout/list1"/>
    <dgm:cxn modelId="{D6D21457-B66F-4C3B-98B1-5BB6C6414F70}" srcId="{10714B94-4213-4EF2-8B90-3ACC095B5D59}" destId="{37A38BFE-C570-4735-8772-F196CC5EA770}" srcOrd="2" destOrd="0" parTransId="{2805DE6C-73CF-478D-A96F-FFF0BADEF86F}" sibTransId="{495D5A7E-FC3C-43B9-A413-231D0F734080}"/>
    <dgm:cxn modelId="{A50054AC-5125-4493-9DE9-56BDA96AB48E}" type="presOf" srcId="{10714B94-4213-4EF2-8B90-3ACC095B5D59}" destId="{5692337D-D03E-430A-A2B8-80707C75529A}" srcOrd="0" destOrd="0" presId="urn:microsoft.com/office/officeart/2005/8/layout/list1"/>
    <dgm:cxn modelId="{33BED0C7-929E-4954-BD36-0BA2990B8C01}" type="presOf" srcId="{BF259916-43DA-4AA1-A87C-6559A7386DF1}" destId="{03F9B995-B0F5-47B2-887F-B4DD8F857AE1}" srcOrd="1" destOrd="0" presId="urn:microsoft.com/office/officeart/2005/8/layout/list1"/>
    <dgm:cxn modelId="{53ADF4FF-9974-47E2-92C8-373555C4F791}" type="presOf" srcId="{B2850961-1FBC-48BF-ADF9-558B0846C214}" destId="{5C07A2A3-89DB-45DF-AA2F-022B891717C4}" srcOrd="0" destOrd="0" presId="urn:microsoft.com/office/officeart/2005/8/layout/list1"/>
    <dgm:cxn modelId="{DCB856A0-C82B-4980-8AB4-2AF645997A95}" type="presParOf" srcId="{5692337D-D03E-430A-A2B8-80707C75529A}" destId="{098880E1-0264-49CC-B11F-A97AC1D92EB2}" srcOrd="0" destOrd="0" presId="urn:microsoft.com/office/officeart/2005/8/layout/list1"/>
    <dgm:cxn modelId="{16296DC6-0A68-4BAA-ACE1-229B1E9D1D97}" type="presParOf" srcId="{098880E1-0264-49CC-B11F-A97AC1D92EB2}" destId="{05B4EF33-F7B3-45CB-BBA6-8B75B0DCF0B3}" srcOrd="0" destOrd="0" presId="urn:microsoft.com/office/officeart/2005/8/layout/list1"/>
    <dgm:cxn modelId="{45307264-63AF-4405-865E-20E0C7D47F4E}" type="presParOf" srcId="{098880E1-0264-49CC-B11F-A97AC1D92EB2}" destId="{03F9B995-B0F5-47B2-887F-B4DD8F857AE1}" srcOrd="1" destOrd="0" presId="urn:microsoft.com/office/officeart/2005/8/layout/list1"/>
    <dgm:cxn modelId="{209DD9BD-BE11-41E7-BD2F-C312FEAF9E6E}" type="presParOf" srcId="{5692337D-D03E-430A-A2B8-80707C75529A}" destId="{EDE3DAFB-41CC-40BF-89A7-FE9BCE366C77}" srcOrd="1" destOrd="0" presId="urn:microsoft.com/office/officeart/2005/8/layout/list1"/>
    <dgm:cxn modelId="{3A8FF679-2EB4-4F0C-8E27-9DF7838B203B}" type="presParOf" srcId="{5692337D-D03E-430A-A2B8-80707C75529A}" destId="{F3B8292F-8CAE-49A9-A424-BC50E499E5E9}" srcOrd="2" destOrd="0" presId="urn:microsoft.com/office/officeart/2005/8/layout/list1"/>
    <dgm:cxn modelId="{F0FB65D1-5F07-4C80-B3B4-B50639C6B579}" type="presParOf" srcId="{5692337D-D03E-430A-A2B8-80707C75529A}" destId="{78EF8691-E00F-44AC-B8F5-45661CE1747C}" srcOrd="3" destOrd="0" presId="urn:microsoft.com/office/officeart/2005/8/layout/list1"/>
    <dgm:cxn modelId="{56DE5615-F87F-43E8-BCE1-6A6826AC7EEF}" type="presParOf" srcId="{5692337D-D03E-430A-A2B8-80707C75529A}" destId="{9A766A9F-B2AF-4ECF-A805-8562F3BEAB1F}" srcOrd="4" destOrd="0" presId="urn:microsoft.com/office/officeart/2005/8/layout/list1"/>
    <dgm:cxn modelId="{79A70A76-8262-40CE-A8CE-39F3DC362E14}" type="presParOf" srcId="{9A766A9F-B2AF-4ECF-A805-8562F3BEAB1F}" destId="{5C07A2A3-89DB-45DF-AA2F-022B891717C4}" srcOrd="0" destOrd="0" presId="urn:microsoft.com/office/officeart/2005/8/layout/list1"/>
    <dgm:cxn modelId="{8C49F805-31AE-41A0-B245-A8AF52398065}" type="presParOf" srcId="{9A766A9F-B2AF-4ECF-A805-8562F3BEAB1F}" destId="{82E04A64-8019-4519-8436-EBEA4D58F0BE}" srcOrd="1" destOrd="0" presId="urn:microsoft.com/office/officeart/2005/8/layout/list1"/>
    <dgm:cxn modelId="{C4E9C747-81DC-4807-8F87-5FA1D5AA67EA}" type="presParOf" srcId="{5692337D-D03E-430A-A2B8-80707C75529A}" destId="{481AB478-40B9-481E-BFA6-07B77F6537DF}" srcOrd="5" destOrd="0" presId="urn:microsoft.com/office/officeart/2005/8/layout/list1"/>
    <dgm:cxn modelId="{2D62FC82-C844-4D65-85FB-90BD0755A35A}" type="presParOf" srcId="{5692337D-D03E-430A-A2B8-80707C75529A}" destId="{A31CD89C-6C74-4559-ABCA-FB4730777F92}" srcOrd="6" destOrd="0" presId="urn:microsoft.com/office/officeart/2005/8/layout/list1"/>
    <dgm:cxn modelId="{9CD7C7B0-6E3D-42C5-8A9F-601AE72C9B29}" type="presParOf" srcId="{5692337D-D03E-430A-A2B8-80707C75529A}" destId="{3011097D-B324-4157-80DB-3F0A8E82653F}" srcOrd="7" destOrd="0" presId="urn:microsoft.com/office/officeart/2005/8/layout/list1"/>
    <dgm:cxn modelId="{ECEB02DA-2B77-47EC-B000-B67B4FEB7914}" type="presParOf" srcId="{5692337D-D03E-430A-A2B8-80707C75529A}" destId="{44726614-98F9-47AF-8E7D-2A0B153A3E66}" srcOrd="8" destOrd="0" presId="urn:microsoft.com/office/officeart/2005/8/layout/list1"/>
    <dgm:cxn modelId="{E076FB70-F55D-4E20-9CF1-D2DF131BADB6}" type="presParOf" srcId="{44726614-98F9-47AF-8E7D-2A0B153A3E66}" destId="{330AF09E-6A49-4333-816D-26BE08387BBB}" srcOrd="0" destOrd="0" presId="urn:microsoft.com/office/officeart/2005/8/layout/list1"/>
    <dgm:cxn modelId="{0BC90ABA-C8EE-4229-92EB-82EECCEFAE09}" type="presParOf" srcId="{44726614-98F9-47AF-8E7D-2A0B153A3E66}" destId="{377010E2-EDC0-48DB-A2ED-6E1F15970B69}" srcOrd="1" destOrd="0" presId="urn:microsoft.com/office/officeart/2005/8/layout/list1"/>
    <dgm:cxn modelId="{80FB4A6C-49C8-47B7-8DA5-1962D12B6F5E}" type="presParOf" srcId="{5692337D-D03E-430A-A2B8-80707C75529A}" destId="{4C10C5FD-5528-4465-9355-59A6277C37A0}" srcOrd="9" destOrd="0" presId="urn:microsoft.com/office/officeart/2005/8/layout/list1"/>
    <dgm:cxn modelId="{CDBDDC90-8A35-4B21-A8E6-32120C7ADC56}" type="presParOf" srcId="{5692337D-D03E-430A-A2B8-80707C75529A}" destId="{91F0896A-5207-4D14-BCE3-0622AC7F6D7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A962F8-C135-4FF0-A0D5-65033DFD808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4A36260-C127-4E55-96C3-D0898B2431F1}">
      <dgm:prSet phldrT="[Text]"/>
      <dgm:spPr>
        <a:solidFill>
          <a:srgbClr val="002060"/>
        </a:solidFill>
      </dgm:spPr>
      <dgm:t>
        <a:bodyPr/>
        <a:lstStyle/>
        <a:p>
          <a:r>
            <a:rPr lang="en-IN" dirty="0" err="1"/>
            <a:t>Canade</a:t>
          </a:r>
          <a:endParaRPr lang="en-IN" dirty="0"/>
        </a:p>
      </dgm:t>
    </dgm:pt>
    <dgm:pt modelId="{C894433D-E083-4568-BE47-AAEA0C0AEF9D}" type="parTrans" cxnId="{8E7BB511-EE1F-40E0-AC0F-4FF4F940F446}">
      <dgm:prSet/>
      <dgm:spPr/>
      <dgm:t>
        <a:bodyPr/>
        <a:lstStyle/>
        <a:p>
          <a:endParaRPr lang="en-IN"/>
        </a:p>
      </dgm:t>
    </dgm:pt>
    <dgm:pt modelId="{921E200E-386D-46FD-B087-6344E6353433}" type="sibTrans" cxnId="{8E7BB511-EE1F-40E0-AC0F-4FF4F940F446}">
      <dgm:prSet/>
      <dgm:spPr/>
      <dgm:t>
        <a:bodyPr/>
        <a:lstStyle/>
        <a:p>
          <a:endParaRPr lang="en-IN"/>
        </a:p>
      </dgm:t>
    </dgm:pt>
    <dgm:pt modelId="{82649D72-4C3C-4EAC-9523-9968355E9530}">
      <dgm:prSet phldrT="[Text]"/>
      <dgm:spPr>
        <a:solidFill>
          <a:srgbClr val="00B050"/>
        </a:solidFill>
      </dgm:spPr>
      <dgm:t>
        <a:bodyPr/>
        <a:lstStyle/>
        <a:p>
          <a:r>
            <a:rPr lang="en-IN" dirty="0"/>
            <a:t>Spain</a:t>
          </a:r>
        </a:p>
      </dgm:t>
    </dgm:pt>
    <dgm:pt modelId="{2227DA4B-BC52-4BE6-8C58-D2FEC35B8E05}" type="parTrans" cxnId="{6CA76454-8373-4D81-A4D3-269016D55D58}">
      <dgm:prSet/>
      <dgm:spPr/>
      <dgm:t>
        <a:bodyPr/>
        <a:lstStyle/>
        <a:p>
          <a:endParaRPr lang="en-IN"/>
        </a:p>
      </dgm:t>
    </dgm:pt>
    <dgm:pt modelId="{631D3D4F-237C-4022-BC1A-F4E42C3574F5}" type="sibTrans" cxnId="{6CA76454-8373-4D81-A4D3-269016D55D58}">
      <dgm:prSet/>
      <dgm:spPr/>
      <dgm:t>
        <a:bodyPr/>
        <a:lstStyle/>
        <a:p>
          <a:endParaRPr lang="en-IN"/>
        </a:p>
      </dgm:t>
    </dgm:pt>
    <dgm:pt modelId="{B9960D05-350F-4E20-A687-944808031ED8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IN" dirty="0"/>
            <a:t>Egypt</a:t>
          </a:r>
        </a:p>
      </dgm:t>
    </dgm:pt>
    <dgm:pt modelId="{FCB0E9FA-2EFA-4F28-B511-11E4276C054E}" type="parTrans" cxnId="{1698F9E8-FEBC-40FF-9A92-A9857845B57F}">
      <dgm:prSet/>
      <dgm:spPr/>
      <dgm:t>
        <a:bodyPr/>
        <a:lstStyle/>
        <a:p>
          <a:endParaRPr lang="en-IN"/>
        </a:p>
      </dgm:t>
    </dgm:pt>
    <dgm:pt modelId="{1ECF1B82-F252-4DC9-AE5E-862C875C5808}" type="sibTrans" cxnId="{1698F9E8-FEBC-40FF-9A92-A9857845B57F}">
      <dgm:prSet/>
      <dgm:spPr/>
      <dgm:t>
        <a:bodyPr/>
        <a:lstStyle/>
        <a:p>
          <a:endParaRPr lang="en-IN"/>
        </a:p>
      </dgm:t>
    </dgm:pt>
    <dgm:pt modelId="{8F0C57C2-0CCA-4E26-A96C-245B1F167E34}" type="pres">
      <dgm:prSet presAssocID="{19A962F8-C135-4FF0-A0D5-65033DFD808A}" presName="linear" presStyleCnt="0">
        <dgm:presLayoutVars>
          <dgm:dir/>
          <dgm:animLvl val="lvl"/>
          <dgm:resizeHandles val="exact"/>
        </dgm:presLayoutVars>
      </dgm:prSet>
      <dgm:spPr/>
    </dgm:pt>
    <dgm:pt modelId="{B42DBD7F-D210-42B9-8653-01FD9C248049}" type="pres">
      <dgm:prSet presAssocID="{B4A36260-C127-4E55-96C3-D0898B2431F1}" presName="parentLin" presStyleCnt="0"/>
      <dgm:spPr/>
    </dgm:pt>
    <dgm:pt modelId="{89687B4F-6A52-494A-86C3-7ED2868701F7}" type="pres">
      <dgm:prSet presAssocID="{B4A36260-C127-4E55-96C3-D0898B2431F1}" presName="parentLeftMargin" presStyleLbl="node1" presStyleIdx="0" presStyleCnt="3"/>
      <dgm:spPr/>
    </dgm:pt>
    <dgm:pt modelId="{FA2F08CE-63B0-494E-8CA6-B401442725BA}" type="pres">
      <dgm:prSet presAssocID="{B4A36260-C127-4E55-96C3-D0898B2431F1}" presName="parentText" presStyleLbl="node1" presStyleIdx="0" presStyleCnt="3" custLinFactNeighborX="-37888" custLinFactNeighborY="-7470">
        <dgm:presLayoutVars>
          <dgm:chMax val="0"/>
          <dgm:bulletEnabled val="1"/>
        </dgm:presLayoutVars>
      </dgm:prSet>
      <dgm:spPr/>
    </dgm:pt>
    <dgm:pt modelId="{F1DDF3E6-8DEB-4DCE-8761-2BD27B9E25E9}" type="pres">
      <dgm:prSet presAssocID="{B4A36260-C127-4E55-96C3-D0898B2431F1}" presName="negativeSpace" presStyleCnt="0"/>
      <dgm:spPr/>
    </dgm:pt>
    <dgm:pt modelId="{D2F59044-F757-473B-ABF7-3CCEE2B75A8A}" type="pres">
      <dgm:prSet presAssocID="{B4A36260-C127-4E55-96C3-D0898B2431F1}" presName="childText" presStyleLbl="conFgAcc1" presStyleIdx="0" presStyleCnt="3" custLinFactY="-15789" custLinFactNeighborY="-100000">
        <dgm:presLayoutVars>
          <dgm:bulletEnabled val="1"/>
        </dgm:presLayoutVars>
      </dgm:prSet>
      <dgm:spPr/>
    </dgm:pt>
    <dgm:pt modelId="{B0E763D1-9825-47EA-8920-23321B5B3CAB}" type="pres">
      <dgm:prSet presAssocID="{921E200E-386D-46FD-B087-6344E6353433}" presName="spaceBetweenRectangles" presStyleCnt="0"/>
      <dgm:spPr/>
    </dgm:pt>
    <dgm:pt modelId="{97D8DA87-B726-49C0-9302-85AE86A188D4}" type="pres">
      <dgm:prSet presAssocID="{82649D72-4C3C-4EAC-9523-9968355E9530}" presName="parentLin" presStyleCnt="0"/>
      <dgm:spPr/>
    </dgm:pt>
    <dgm:pt modelId="{37B5DA93-4410-4126-8C0B-0769371C9E3D}" type="pres">
      <dgm:prSet presAssocID="{82649D72-4C3C-4EAC-9523-9968355E9530}" presName="parentLeftMargin" presStyleLbl="node1" presStyleIdx="0" presStyleCnt="3"/>
      <dgm:spPr/>
    </dgm:pt>
    <dgm:pt modelId="{14D122B2-7BCB-42CE-8D4E-FAA701E7BC5F}" type="pres">
      <dgm:prSet presAssocID="{82649D72-4C3C-4EAC-9523-9968355E9530}" presName="parentText" presStyleLbl="node1" presStyleIdx="1" presStyleCnt="3" custLinFactNeighborX="-37888" custLinFactNeighborY="-36301">
        <dgm:presLayoutVars>
          <dgm:chMax val="0"/>
          <dgm:bulletEnabled val="1"/>
        </dgm:presLayoutVars>
      </dgm:prSet>
      <dgm:spPr/>
    </dgm:pt>
    <dgm:pt modelId="{EFF700E8-276B-4B16-BD90-9C260CE8F7E6}" type="pres">
      <dgm:prSet presAssocID="{82649D72-4C3C-4EAC-9523-9968355E9530}" presName="negativeSpace" presStyleCnt="0"/>
      <dgm:spPr/>
    </dgm:pt>
    <dgm:pt modelId="{95C8EF11-FC55-4B86-9E25-D590A25E81F4}" type="pres">
      <dgm:prSet presAssocID="{82649D72-4C3C-4EAC-9523-9968355E9530}" presName="childText" presStyleLbl="conFgAcc1" presStyleIdx="1" presStyleCnt="3" custLinFactY="-44990" custLinFactNeighborY="-100000">
        <dgm:presLayoutVars>
          <dgm:bulletEnabled val="1"/>
        </dgm:presLayoutVars>
      </dgm:prSet>
      <dgm:spPr/>
    </dgm:pt>
    <dgm:pt modelId="{53259A5A-99BE-47A0-8FF9-4ED48045F58B}" type="pres">
      <dgm:prSet presAssocID="{631D3D4F-237C-4022-BC1A-F4E42C3574F5}" presName="spaceBetweenRectangles" presStyleCnt="0"/>
      <dgm:spPr/>
    </dgm:pt>
    <dgm:pt modelId="{EE03BBB4-DA04-486D-963C-9B47CA6221F6}" type="pres">
      <dgm:prSet presAssocID="{B9960D05-350F-4E20-A687-944808031ED8}" presName="parentLin" presStyleCnt="0"/>
      <dgm:spPr/>
    </dgm:pt>
    <dgm:pt modelId="{43BBDEAC-F100-46CE-9069-4652A8935180}" type="pres">
      <dgm:prSet presAssocID="{B9960D05-350F-4E20-A687-944808031ED8}" presName="parentLeftMargin" presStyleLbl="node1" presStyleIdx="1" presStyleCnt="3"/>
      <dgm:spPr/>
    </dgm:pt>
    <dgm:pt modelId="{2ABABB67-FAF3-4F0E-A456-5928293B54C0}" type="pres">
      <dgm:prSet presAssocID="{B9960D05-350F-4E20-A687-944808031ED8}" presName="parentText" presStyleLbl="node1" presStyleIdx="2" presStyleCnt="3" custLinFactNeighborX="-37888" custLinFactNeighborY="-62516">
        <dgm:presLayoutVars>
          <dgm:chMax val="0"/>
          <dgm:bulletEnabled val="1"/>
        </dgm:presLayoutVars>
      </dgm:prSet>
      <dgm:spPr/>
    </dgm:pt>
    <dgm:pt modelId="{44E694F0-3FA1-451E-BF1B-971EFECBA00C}" type="pres">
      <dgm:prSet presAssocID="{B9960D05-350F-4E20-A687-944808031ED8}" presName="negativeSpace" presStyleCnt="0"/>
      <dgm:spPr/>
    </dgm:pt>
    <dgm:pt modelId="{F159869B-F2BA-45E1-8865-6732E77EC9DA}" type="pres">
      <dgm:prSet presAssocID="{B9960D05-350F-4E20-A687-944808031ED8}" presName="childText" presStyleLbl="conFgAcc1" presStyleIdx="2" presStyleCnt="3" custLinFactY="-35652" custLinFactNeighborY="-100000">
        <dgm:presLayoutVars>
          <dgm:bulletEnabled val="1"/>
        </dgm:presLayoutVars>
      </dgm:prSet>
      <dgm:spPr/>
    </dgm:pt>
  </dgm:ptLst>
  <dgm:cxnLst>
    <dgm:cxn modelId="{8A25EB10-48E6-4C41-A4C8-BD6C6D0158EE}" type="presOf" srcId="{B9960D05-350F-4E20-A687-944808031ED8}" destId="{43BBDEAC-F100-46CE-9069-4652A8935180}" srcOrd="0" destOrd="0" presId="urn:microsoft.com/office/officeart/2005/8/layout/list1"/>
    <dgm:cxn modelId="{8E7BB511-EE1F-40E0-AC0F-4FF4F940F446}" srcId="{19A962F8-C135-4FF0-A0D5-65033DFD808A}" destId="{B4A36260-C127-4E55-96C3-D0898B2431F1}" srcOrd="0" destOrd="0" parTransId="{C894433D-E083-4568-BE47-AAEA0C0AEF9D}" sibTransId="{921E200E-386D-46FD-B087-6344E6353433}"/>
    <dgm:cxn modelId="{BD5A5822-21F9-4151-B482-F5D3B54A6655}" type="presOf" srcId="{B4A36260-C127-4E55-96C3-D0898B2431F1}" destId="{FA2F08CE-63B0-494E-8CA6-B401442725BA}" srcOrd="1" destOrd="0" presId="urn:microsoft.com/office/officeart/2005/8/layout/list1"/>
    <dgm:cxn modelId="{6CA76454-8373-4D81-A4D3-269016D55D58}" srcId="{19A962F8-C135-4FF0-A0D5-65033DFD808A}" destId="{82649D72-4C3C-4EAC-9523-9968355E9530}" srcOrd="1" destOrd="0" parTransId="{2227DA4B-BC52-4BE6-8C58-D2FEC35B8E05}" sibTransId="{631D3D4F-237C-4022-BC1A-F4E42C3574F5}"/>
    <dgm:cxn modelId="{579DDBAB-04EC-4B77-ABB4-A6DD9567587A}" type="presOf" srcId="{B9960D05-350F-4E20-A687-944808031ED8}" destId="{2ABABB67-FAF3-4F0E-A456-5928293B54C0}" srcOrd="1" destOrd="0" presId="urn:microsoft.com/office/officeart/2005/8/layout/list1"/>
    <dgm:cxn modelId="{5C1E02D8-1CE7-4097-B28A-A53549D4BF43}" type="presOf" srcId="{B4A36260-C127-4E55-96C3-D0898B2431F1}" destId="{89687B4F-6A52-494A-86C3-7ED2868701F7}" srcOrd="0" destOrd="0" presId="urn:microsoft.com/office/officeart/2005/8/layout/list1"/>
    <dgm:cxn modelId="{85E735DE-54CE-40D2-8939-EE1C317821BA}" type="presOf" srcId="{82649D72-4C3C-4EAC-9523-9968355E9530}" destId="{37B5DA93-4410-4126-8C0B-0769371C9E3D}" srcOrd="0" destOrd="0" presId="urn:microsoft.com/office/officeart/2005/8/layout/list1"/>
    <dgm:cxn modelId="{3C9BF5E2-CF6A-4C32-9EC4-84FA78B7169E}" type="presOf" srcId="{19A962F8-C135-4FF0-A0D5-65033DFD808A}" destId="{8F0C57C2-0CCA-4E26-A96C-245B1F167E34}" srcOrd="0" destOrd="0" presId="urn:microsoft.com/office/officeart/2005/8/layout/list1"/>
    <dgm:cxn modelId="{B697F0E8-34E4-4A64-8DF9-1F663F350484}" type="presOf" srcId="{82649D72-4C3C-4EAC-9523-9968355E9530}" destId="{14D122B2-7BCB-42CE-8D4E-FAA701E7BC5F}" srcOrd="1" destOrd="0" presId="urn:microsoft.com/office/officeart/2005/8/layout/list1"/>
    <dgm:cxn modelId="{1698F9E8-FEBC-40FF-9A92-A9857845B57F}" srcId="{19A962F8-C135-4FF0-A0D5-65033DFD808A}" destId="{B9960D05-350F-4E20-A687-944808031ED8}" srcOrd="2" destOrd="0" parTransId="{FCB0E9FA-2EFA-4F28-B511-11E4276C054E}" sibTransId="{1ECF1B82-F252-4DC9-AE5E-862C875C5808}"/>
    <dgm:cxn modelId="{DF09B129-EA3F-496A-8584-E9F89719B94B}" type="presParOf" srcId="{8F0C57C2-0CCA-4E26-A96C-245B1F167E34}" destId="{B42DBD7F-D210-42B9-8653-01FD9C248049}" srcOrd="0" destOrd="0" presId="urn:microsoft.com/office/officeart/2005/8/layout/list1"/>
    <dgm:cxn modelId="{92B69505-2B35-41DB-AA77-517605735476}" type="presParOf" srcId="{B42DBD7F-D210-42B9-8653-01FD9C248049}" destId="{89687B4F-6A52-494A-86C3-7ED2868701F7}" srcOrd="0" destOrd="0" presId="urn:microsoft.com/office/officeart/2005/8/layout/list1"/>
    <dgm:cxn modelId="{2EF90B7D-50C7-45B3-8703-BD06DF1A62E9}" type="presParOf" srcId="{B42DBD7F-D210-42B9-8653-01FD9C248049}" destId="{FA2F08CE-63B0-494E-8CA6-B401442725BA}" srcOrd="1" destOrd="0" presId="urn:microsoft.com/office/officeart/2005/8/layout/list1"/>
    <dgm:cxn modelId="{8FC31AEA-728C-4B80-A4F3-63556E118DF4}" type="presParOf" srcId="{8F0C57C2-0CCA-4E26-A96C-245B1F167E34}" destId="{F1DDF3E6-8DEB-4DCE-8761-2BD27B9E25E9}" srcOrd="1" destOrd="0" presId="urn:microsoft.com/office/officeart/2005/8/layout/list1"/>
    <dgm:cxn modelId="{C4FCCF4D-873D-475F-9E54-BE6ADCD134FB}" type="presParOf" srcId="{8F0C57C2-0CCA-4E26-A96C-245B1F167E34}" destId="{D2F59044-F757-473B-ABF7-3CCEE2B75A8A}" srcOrd="2" destOrd="0" presId="urn:microsoft.com/office/officeart/2005/8/layout/list1"/>
    <dgm:cxn modelId="{FF18DAA8-C5B2-4B1E-AB05-91894E4FA250}" type="presParOf" srcId="{8F0C57C2-0CCA-4E26-A96C-245B1F167E34}" destId="{B0E763D1-9825-47EA-8920-23321B5B3CAB}" srcOrd="3" destOrd="0" presId="urn:microsoft.com/office/officeart/2005/8/layout/list1"/>
    <dgm:cxn modelId="{6FFD0C96-A576-4BD5-A7C9-E4182C4BDF50}" type="presParOf" srcId="{8F0C57C2-0CCA-4E26-A96C-245B1F167E34}" destId="{97D8DA87-B726-49C0-9302-85AE86A188D4}" srcOrd="4" destOrd="0" presId="urn:microsoft.com/office/officeart/2005/8/layout/list1"/>
    <dgm:cxn modelId="{7B2177DB-6521-4274-87A9-10B6A69AC9B8}" type="presParOf" srcId="{97D8DA87-B726-49C0-9302-85AE86A188D4}" destId="{37B5DA93-4410-4126-8C0B-0769371C9E3D}" srcOrd="0" destOrd="0" presId="urn:microsoft.com/office/officeart/2005/8/layout/list1"/>
    <dgm:cxn modelId="{D51810BD-DA4F-400C-960D-377A04EC406F}" type="presParOf" srcId="{97D8DA87-B726-49C0-9302-85AE86A188D4}" destId="{14D122B2-7BCB-42CE-8D4E-FAA701E7BC5F}" srcOrd="1" destOrd="0" presId="urn:microsoft.com/office/officeart/2005/8/layout/list1"/>
    <dgm:cxn modelId="{8456C154-555D-4C8E-83AD-A52C11BAD0F1}" type="presParOf" srcId="{8F0C57C2-0CCA-4E26-A96C-245B1F167E34}" destId="{EFF700E8-276B-4B16-BD90-9C260CE8F7E6}" srcOrd="5" destOrd="0" presId="urn:microsoft.com/office/officeart/2005/8/layout/list1"/>
    <dgm:cxn modelId="{D30F9764-01E4-4B6A-B5D2-5A2F12C90244}" type="presParOf" srcId="{8F0C57C2-0CCA-4E26-A96C-245B1F167E34}" destId="{95C8EF11-FC55-4B86-9E25-D590A25E81F4}" srcOrd="6" destOrd="0" presId="urn:microsoft.com/office/officeart/2005/8/layout/list1"/>
    <dgm:cxn modelId="{DBB5ACB1-CCCD-490E-8BD1-D7F45A1D9036}" type="presParOf" srcId="{8F0C57C2-0CCA-4E26-A96C-245B1F167E34}" destId="{53259A5A-99BE-47A0-8FF9-4ED48045F58B}" srcOrd="7" destOrd="0" presId="urn:microsoft.com/office/officeart/2005/8/layout/list1"/>
    <dgm:cxn modelId="{B6E8DEFB-5155-4AF3-8FDE-156DBF6AA96E}" type="presParOf" srcId="{8F0C57C2-0CCA-4E26-A96C-245B1F167E34}" destId="{EE03BBB4-DA04-486D-963C-9B47CA6221F6}" srcOrd="8" destOrd="0" presId="urn:microsoft.com/office/officeart/2005/8/layout/list1"/>
    <dgm:cxn modelId="{B4C22C97-1039-411C-88AA-440F764C9839}" type="presParOf" srcId="{EE03BBB4-DA04-486D-963C-9B47CA6221F6}" destId="{43BBDEAC-F100-46CE-9069-4652A8935180}" srcOrd="0" destOrd="0" presId="urn:microsoft.com/office/officeart/2005/8/layout/list1"/>
    <dgm:cxn modelId="{711CD8EE-C1AA-48A6-8A87-648F8D55AD60}" type="presParOf" srcId="{EE03BBB4-DA04-486D-963C-9B47CA6221F6}" destId="{2ABABB67-FAF3-4F0E-A456-5928293B54C0}" srcOrd="1" destOrd="0" presId="urn:microsoft.com/office/officeart/2005/8/layout/list1"/>
    <dgm:cxn modelId="{159F3496-1517-42E7-B2CB-BC277FA03DCA}" type="presParOf" srcId="{8F0C57C2-0CCA-4E26-A96C-245B1F167E34}" destId="{44E694F0-3FA1-451E-BF1B-971EFECBA00C}" srcOrd="9" destOrd="0" presId="urn:microsoft.com/office/officeart/2005/8/layout/list1"/>
    <dgm:cxn modelId="{178E17CC-1034-4D14-B22B-C0EBCC62C34B}" type="presParOf" srcId="{8F0C57C2-0CCA-4E26-A96C-245B1F167E34}" destId="{F159869B-F2BA-45E1-8865-6732E77EC9D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B5D03E-0F38-4C19-AFAA-AD2C958A47F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43469F-0625-4C8A-8450-0A35E5987492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IN" dirty="0"/>
            <a:t>Nigeria</a:t>
          </a:r>
        </a:p>
      </dgm:t>
    </dgm:pt>
    <dgm:pt modelId="{E0B930A3-C7F6-424F-AED4-8EBCCDAC7D37}" type="parTrans" cxnId="{73C90401-E198-474C-A171-D34DA7BF9775}">
      <dgm:prSet/>
      <dgm:spPr/>
      <dgm:t>
        <a:bodyPr/>
        <a:lstStyle/>
        <a:p>
          <a:endParaRPr lang="en-IN"/>
        </a:p>
      </dgm:t>
    </dgm:pt>
    <dgm:pt modelId="{D5E4C246-4182-455B-981B-1D35CD5AFE84}" type="sibTrans" cxnId="{73C90401-E198-474C-A171-D34DA7BF9775}">
      <dgm:prSet/>
      <dgm:spPr/>
      <dgm:t>
        <a:bodyPr/>
        <a:lstStyle/>
        <a:p>
          <a:endParaRPr lang="en-IN"/>
        </a:p>
      </dgm:t>
    </dgm:pt>
    <dgm:pt modelId="{C51CA8FE-BF92-4E1E-8524-9C1BF2E4B0BA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IN" dirty="0"/>
            <a:t>Indonesia</a:t>
          </a:r>
        </a:p>
      </dgm:t>
    </dgm:pt>
    <dgm:pt modelId="{A7BBD39A-3D53-4EE9-8BC8-05267214061E}" type="parTrans" cxnId="{1D7B3B6E-1924-4815-AB3F-44036C1BB902}">
      <dgm:prSet/>
      <dgm:spPr/>
      <dgm:t>
        <a:bodyPr/>
        <a:lstStyle/>
        <a:p>
          <a:endParaRPr lang="en-IN"/>
        </a:p>
      </dgm:t>
    </dgm:pt>
    <dgm:pt modelId="{6DDDF8F5-0D1F-4EC8-BFB8-BA9A21BEA106}" type="sibTrans" cxnId="{1D7B3B6E-1924-4815-AB3F-44036C1BB902}">
      <dgm:prSet/>
      <dgm:spPr/>
      <dgm:t>
        <a:bodyPr/>
        <a:lstStyle/>
        <a:p>
          <a:endParaRPr lang="en-IN"/>
        </a:p>
      </dgm:t>
    </dgm:pt>
    <dgm:pt modelId="{BAE6131D-F9CB-4FAA-A061-2D17B4DC179E}">
      <dgm:prSet phldrT="[Text]"/>
      <dgm:spPr>
        <a:solidFill>
          <a:srgbClr val="FFFF00"/>
        </a:solidFill>
      </dgm:spPr>
      <dgm:t>
        <a:bodyPr/>
        <a:lstStyle/>
        <a:p>
          <a:r>
            <a:rPr lang="en-IN" dirty="0"/>
            <a:t>Turkey</a:t>
          </a:r>
        </a:p>
      </dgm:t>
    </dgm:pt>
    <dgm:pt modelId="{F5C9389C-BBAC-4374-827E-875B94E795AD}" type="parTrans" cxnId="{1B0B1434-E878-4E8B-B411-79422AF4ED38}">
      <dgm:prSet/>
      <dgm:spPr/>
      <dgm:t>
        <a:bodyPr/>
        <a:lstStyle/>
        <a:p>
          <a:endParaRPr lang="en-IN"/>
        </a:p>
      </dgm:t>
    </dgm:pt>
    <dgm:pt modelId="{02903128-3F29-4DC3-B382-C2211E79355D}" type="sibTrans" cxnId="{1B0B1434-E878-4E8B-B411-79422AF4ED38}">
      <dgm:prSet/>
      <dgm:spPr/>
      <dgm:t>
        <a:bodyPr/>
        <a:lstStyle/>
        <a:p>
          <a:endParaRPr lang="en-IN"/>
        </a:p>
      </dgm:t>
    </dgm:pt>
    <dgm:pt modelId="{A460A001-C844-43CA-85CD-FB6B924752FB}" type="pres">
      <dgm:prSet presAssocID="{DBB5D03E-0F38-4C19-AFAA-AD2C958A47FE}" presName="linear" presStyleCnt="0">
        <dgm:presLayoutVars>
          <dgm:dir/>
          <dgm:animLvl val="lvl"/>
          <dgm:resizeHandles val="exact"/>
        </dgm:presLayoutVars>
      </dgm:prSet>
      <dgm:spPr/>
    </dgm:pt>
    <dgm:pt modelId="{C736103F-B6CC-4E33-A5CD-5C9EF1C75331}" type="pres">
      <dgm:prSet presAssocID="{B143469F-0625-4C8A-8450-0A35E5987492}" presName="parentLin" presStyleCnt="0"/>
      <dgm:spPr/>
    </dgm:pt>
    <dgm:pt modelId="{C1C1AB52-BB40-416E-BE92-D01F3160FF6C}" type="pres">
      <dgm:prSet presAssocID="{B143469F-0625-4C8A-8450-0A35E5987492}" presName="parentLeftMargin" presStyleLbl="node1" presStyleIdx="0" presStyleCnt="3"/>
      <dgm:spPr/>
    </dgm:pt>
    <dgm:pt modelId="{FC42D87A-DA9A-4288-85E7-4FE0BD088A50}" type="pres">
      <dgm:prSet presAssocID="{B143469F-0625-4C8A-8450-0A35E5987492}" presName="parentText" presStyleLbl="node1" presStyleIdx="0" presStyleCnt="3" custLinFactNeighborX="-40994" custLinFactNeighborY="5795">
        <dgm:presLayoutVars>
          <dgm:chMax val="0"/>
          <dgm:bulletEnabled val="1"/>
        </dgm:presLayoutVars>
      </dgm:prSet>
      <dgm:spPr/>
    </dgm:pt>
    <dgm:pt modelId="{1C58C5A8-741E-4C98-A013-C3E45654FCCE}" type="pres">
      <dgm:prSet presAssocID="{B143469F-0625-4C8A-8450-0A35E5987492}" presName="negativeSpace" presStyleCnt="0"/>
      <dgm:spPr/>
    </dgm:pt>
    <dgm:pt modelId="{5AB714AF-821E-4B92-AB12-AF36186481C7}" type="pres">
      <dgm:prSet presAssocID="{B143469F-0625-4C8A-8450-0A35E5987492}" presName="childText" presStyleLbl="conFgAcc1" presStyleIdx="0" presStyleCnt="3">
        <dgm:presLayoutVars>
          <dgm:bulletEnabled val="1"/>
        </dgm:presLayoutVars>
      </dgm:prSet>
      <dgm:spPr/>
    </dgm:pt>
    <dgm:pt modelId="{E4F5BAFB-1D92-497F-8AA2-FA37AD0AFEBC}" type="pres">
      <dgm:prSet presAssocID="{D5E4C246-4182-455B-981B-1D35CD5AFE84}" presName="spaceBetweenRectangles" presStyleCnt="0"/>
      <dgm:spPr/>
    </dgm:pt>
    <dgm:pt modelId="{3A8F330C-5B5A-4E80-AED8-7B679B5AFA39}" type="pres">
      <dgm:prSet presAssocID="{C51CA8FE-BF92-4E1E-8524-9C1BF2E4B0BA}" presName="parentLin" presStyleCnt="0"/>
      <dgm:spPr/>
    </dgm:pt>
    <dgm:pt modelId="{E594B2D9-18AB-4DB4-AF51-529002EFE904}" type="pres">
      <dgm:prSet presAssocID="{C51CA8FE-BF92-4E1E-8524-9C1BF2E4B0BA}" presName="parentLeftMargin" presStyleLbl="node1" presStyleIdx="0" presStyleCnt="3"/>
      <dgm:spPr/>
    </dgm:pt>
    <dgm:pt modelId="{B1DA9844-C767-40C7-AB0F-D4A5741FFDF6}" type="pres">
      <dgm:prSet presAssocID="{C51CA8FE-BF92-4E1E-8524-9C1BF2E4B0BA}" presName="parentText" presStyleLbl="node1" presStyleIdx="1" presStyleCnt="3" custLinFactNeighborX="-44721" custLinFactNeighborY="10241">
        <dgm:presLayoutVars>
          <dgm:chMax val="0"/>
          <dgm:bulletEnabled val="1"/>
        </dgm:presLayoutVars>
      </dgm:prSet>
      <dgm:spPr/>
    </dgm:pt>
    <dgm:pt modelId="{1E59B5B4-3CE8-458B-B66E-DE7A15C6F66E}" type="pres">
      <dgm:prSet presAssocID="{C51CA8FE-BF92-4E1E-8524-9C1BF2E4B0BA}" presName="negativeSpace" presStyleCnt="0"/>
      <dgm:spPr/>
    </dgm:pt>
    <dgm:pt modelId="{62D9017B-137B-4938-824D-D2B6951FD12C}" type="pres">
      <dgm:prSet presAssocID="{C51CA8FE-BF92-4E1E-8524-9C1BF2E4B0BA}" presName="childText" presStyleLbl="conFgAcc1" presStyleIdx="1" presStyleCnt="3" custLinFactNeighborY="-78321">
        <dgm:presLayoutVars>
          <dgm:bulletEnabled val="1"/>
        </dgm:presLayoutVars>
      </dgm:prSet>
      <dgm:spPr/>
    </dgm:pt>
    <dgm:pt modelId="{0097950E-29B4-4CF2-96E1-8CD165FAB313}" type="pres">
      <dgm:prSet presAssocID="{6DDDF8F5-0D1F-4EC8-BFB8-BA9A21BEA106}" presName="spaceBetweenRectangles" presStyleCnt="0"/>
      <dgm:spPr/>
    </dgm:pt>
    <dgm:pt modelId="{B259E6BD-4BF3-4AAF-A573-8C86DBF81F53}" type="pres">
      <dgm:prSet presAssocID="{BAE6131D-F9CB-4FAA-A061-2D17B4DC179E}" presName="parentLin" presStyleCnt="0"/>
      <dgm:spPr/>
    </dgm:pt>
    <dgm:pt modelId="{44DBCB88-B5C9-4C80-9A48-73F4023976EB}" type="pres">
      <dgm:prSet presAssocID="{BAE6131D-F9CB-4FAA-A061-2D17B4DC179E}" presName="parentLeftMargin" presStyleLbl="node1" presStyleIdx="1" presStyleCnt="3"/>
      <dgm:spPr/>
    </dgm:pt>
    <dgm:pt modelId="{873246C0-E10E-4C72-A83B-98D325B29539}" type="pres">
      <dgm:prSet presAssocID="{BAE6131D-F9CB-4FAA-A061-2D17B4DC179E}" presName="parentText" presStyleLbl="node1" presStyleIdx="2" presStyleCnt="3" custLinFactNeighborX="-52174" custLinFactNeighborY="2151">
        <dgm:presLayoutVars>
          <dgm:chMax val="0"/>
          <dgm:bulletEnabled val="1"/>
        </dgm:presLayoutVars>
      </dgm:prSet>
      <dgm:spPr/>
    </dgm:pt>
    <dgm:pt modelId="{8A2999F2-E601-47B9-BC10-5DA8EC8902BE}" type="pres">
      <dgm:prSet presAssocID="{BAE6131D-F9CB-4FAA-A061-2D17B4DC179E}" presName="negativeSpace" presStyleCnt="0"/>
      <dgm:spPr/>
    </dgm:pt>
    <dgm:pt modelId="{B8A4B16E-A918-4FF7-8DA4-A1E33AE99FAC}" type="pres">
      <dgm:prSet presAssocID="{BAE6131D-F9CB-4FAA-A061-2D17B4DC179E}" presName="childText" presStyleLbl="conFgAcc1" presStyleIdx="2" presStyleCnt="3" custLinFactNeighborX="-401" custLinFactNeighborY="-27611">
        <dgm:presLayoutVars>
          <dgm:bulletEnabled val="1"/>
        </dgm:presLayoutVars>
      </dgm:prSet>
      <dgm:spPr/>
    </dgm:pt>
  </dgm:ptLst>
  <dgm:cxnLst>
    <dgm:cxn modelId="{73C90401-E198-474C-A171-D34DA7BF9775}" srcId="{DBB5D03E-0F38-4C19-AFAA-AD2C958A47FE}" destId="{B143469F-0625-4C8A-8450-0A35E5987492}" srcOrd="0" destOrd="0" parTransId="{E0B930A3-C7F6-424F-AED4-8EBCCDAC7D37}" sibTransId="{D5E4C246-4182-455B-981B-1D35CD5AFE84}"/>
    <dgm:cxn modelId="{EDE07A07-239A-4F0A-822B-2447619B11E5}" type="presOf" srcId="{B143469F-0625-4C8A-8450-0A35E5987492}" destId="{C1C1AB52-BB40-416E-BE92-D01F3160FF6C}" srcOrd="0" destOrd="0" presId="urn:microsoft.com/office/officeart/2005/8/layout/list1"/>
    <dgm:cxn modelId="{EF0B000C-BF99-44F6-BC52-C3C5ED14289B}" type="presOf" srcId="{C51CA8FE-BF92-4E1E-8524-9C1BF2E4B0BA}" destId="{B1DA9844-C767-40C7-AB0F-D4A5741FFDF6}" srcOrd="1" destOrd="0" presId="urn:microsoft.com/office/officeart/2005/8/layout/list1"/>
    <dgm:cxn modelId="{1B0B1434-E878-4E8B-B411-79422AF4ED38}" srcId="{DBB5D03E-0F38-4C19-AFAA-AD2C958A47FE}" destId="{BAE6131D-F9CB-4FAA-A061-2D17B4DC179E}" srcOrd="2" destOrd="0" parTransId="{F5C9389C-BBAC-4374-827E-875B94E795AD}" sibTransId="{02903128-3F29-4DC3-B382-C2211E79355D}"/>
    <dgm:cxn modelId="{1D7B3B6E-1924-4815-AB3F-44036C1BB902}" srcId="{DBB5D03E-0F38-4C19-AFAA-AD2C958A47FE}" destId="{C51CA8FE-BF92-4E1E-8524-9C1BF2E4B0BA}" srcOrd="1" destOrd="0" parTransId="{A7BBD39A-3D53-4EE9-8BC8-05267214061E}" sibTransId="{6DDDF8F5-0D1F-4EC8-BFB8-BA9A21BEA106}"/>
    <dgm:cxn modelId="{61548255-262C-4ED4-AA1A-1715BDFE567A}" type="presOf" srcId="{B143469F-0625-4C8A-8450-0A35E5987492}" destId="{FC42D87A-DA9A-4288-85E7-4FE0BD088A50}" srcOrd="1" destOrd="0" presId="urn:microsoft.com/office/officeart/2005/8/layout/list1"/>
    <dgm:cxn modelId="{4A255456-AF7C-4BDD-A719-E713E3BE0CCE}" type="presOf" srcId="{BAE6131D-F9CB-4FAA-A061-2D17B4DC179E}" destId="{873246C0-E10E-4C72-A83B-98D325B29539}" srcOrd="1" destOrd="0" presId="urn:microsoft.com/office/officeart/2005/8/layout/list1"/>
    <dgm:cxn modelId="{229707B5-156F-468D-AA77-3044A2F97FCC}" type="presOf" srcId="{DBB5D03E-0F38-4C19-AFAA-AD2C958A47FE}" destId="{A460A001-C844-43CA-85CD-FB6B924752FB}" srcOrd="0" destOrd="0" presId="urn:microsoft.com/office/officeart/2005/8/layout/list1"/>
    <dgm:cxn modelId="{8EB0A2CA-4AC7-4C1A-B458-983456443DE6}" type="presOf" srcId="{C51CA8FE-BF92-4E1E-8524-9C1BF2E4B0BA}" destId="{E594B2D9-18AB-4DB4-AF51-529002EFE904}" srcOrd="0" destOrd="0" presId="urn:microsoft.com/office/officeart/2005/8/layout/list1"/>
    <dgm:cxn modelId="{BD78C1E8-5204-43CF-9A16-6A1177238228}" type="presOf" srcId="{BAE6131D-F9CB-4FAA-A061-2D17B4DC179E}" destId="{44DBCB88-B5C9-4C80-9A48-73F4023976EB}" srcOrd="0" destOrd="0" presId="urn:microsoft.com/office/officeart/2005/8/layout/list1"/>
    <dgm:cxn modelId="{7145BDA2-EA40-4F2D-B241-B5CA632B0BD5}" type="presParOf" srcId="{A460A001-C844-43CA-85CD-FB6B924752FB}" destId="{C736103F-B6CC-4E33-A5CD-5C9EF1C75331}" srcOrd="0" destOrd="0" presId="urn:microsoft.com/office/officeart/2005/8/layout/list1"/>
    <dgm:cxn modelId="{7ADCC2DC-AC0A-44BE-A757-B793AA3CA5A8}" type="presParOf" srcId="{C736103F-B6CC-4E33-A5CD-5C9EF1C75331}" destId="{C1C1AB52-BB40-416E-BE92-D01F3160FF6C}" srcOrd="0" destOrd="0" presId="urn:microsoft.com/office/officeart/2005/8/layout/list1"/>
    <dgm:cxn modelId="{06E551F7-034A-4A78-B663-D1922892AA89}" type="presParOf" srcId="{C736103F-B6CC-4E33-A5CD-5C9EF1C75331}" destId="{FC42D87A-DA9A-4288-85E7-4FE0BD088A50}" srcOrd="1" destOrd="0" presId="urn:microsoft.com/office/officeart/2005/8/layout/list1"/>
    <dgm:cxn modelId="{4EE8FD8E-7CB8-4B30-AB42-2CE7F09D1A53}" type="presParOf" srcId="{A460A001-C844-43CA-85CD-FB6B924752FB}" destId="{1C58C5A8-741E-4C98-A013-C3E45654FCCE}" srcOrd="1" destOrd="0" presId="urn:microsoft.com/office/officeart/2005/8/layout/list1"/>
    <dgm:cxn modelId="{D5FD49D6-3AD9-4734-AD5E-6C1F39D79042}" type="presParOf" srcId="{A460A001-C844-43CA-85CD-FB6B924752FB}" destId="{5AB714AF-821E-4B92-AB12-AF36186481C7}" srcOrd="2" destOrd="0" presId="urn:microsoft.com/office/officeart/2005/8/layout/list1"/>
    <dgm:cxn modelId="{12DB00BA-5E52-4922-933C-E3DDC6C6935C}" type="presParOf" srcId="{A460A001-C844-43CA-85CD-FB6B924752FB}" destId="{E4F5BAFB-1D92-497F-8AA2-FA37AD0AFEBC}" srcOrd="3" destOrd="0" presId="urn:microsoft.com/office/officeart/2005/8/layout/list1"/>
    <dgm:cxn modelId="{80AB3219-A107-44C9-8AEE-1E50089EC2EB}" type="presParOf" srcId="{A460A001-C844-43CA-85CD-FB6B924752FB}" destId="{3A8F330C-5B5A-4E80-AED8-7B679B5AFA39}" srcOrd="4" destOrd="0" presId="urn:microsoft.com/office/officeart/2005/8/layout/list1"/>
    <dgm:cxn modelId="{E259BCDA-0A12-4C33-9848-33D1359FC57D}" type="presParOf" srcId="{3A8F330C-5B5A-4E80-AED8-7B679B5AFA39}" destId="{E594B2D9-18AB-4DB4-AF51-529002EFE904}" srcOrd="0" destOrd="0" presId="urn:microsoft.com/office/officeart/2005/8/layout/list1"/>
    <dgm:cxn modelId="{F261A69A-9F22-4A03-BD2E-66153174DB03}" type="presParOf" srcId="{3A8F330C-5B5A-4E80-AED8-7B679B5AFA39}" destId="{B1DA9844-C767-40C7-AB0F-D4A5741FFDF6}" srcOrd="1" destOrd="0" presId="urn:microsoft.com/office/officeart/2005/8/layout/list1"/>
    <dgm:cxn modelId="{27851B75-10F5-4ED0-8777-AFD177FBEB2E}" type="presParOf" srcId="{A460A001-C844-43CA-85CD-FB6B924752FB}" destId="{1E59B5B4-3CE8-458B-B66E-DE7A15C6F66E}" srcOrd="5" destOrd="0" presId="urn:microsoft.com/office/officeart/2005/8/layout/list1"/>
    <dgm:cxn modelId="{01E8DC97-46F9-4086-9B37-AC564AEFA5C6}" type="presParOf" srcId="{A460A001-C844-43CA-85CD-FB6B924752FB}" destId="{62D9017B-137B-4938-824D-D2B6951FD12C}" srcOrd="6" destOrd="0" presId="urn:microsoft.com/office/officeart/2005/8/layout/list1"/>
    <dgm:cxn modelId="{7EDBD0D2-E7A4-4A66-B990-0667BCB97609}" type="presParOf" srcId="{A460A001-C844-43CA-85CD-FB6B924752FB}" destId="{0097950E-29B4-4CF2-96E1-8CD165FAB313}" srcOrd="7" destOrd="0" presId="urn:microsoft.com/office/officeart/2005/8/layout/list1"/>
    <dgm:cxn modelId="{7A651EA3-B0B5-4C67-972A-CE1838C31F74}" type="presParOf" srcId="{A460A001-C844-43CA-85CD-FB6B924752FB}" destId="{B259E6BD-4BF3-4AAF-A573-8C86DBF81F53}" srcOrd="8" destOrd="0" presId="urn:microsoft.com/office/officeart/2005/8/layout/list1"/>
    <dgm:cxn modelId="{B347D76D-6E85-463B-9A34-C983B8C5B5E6}" type="presParOf" srcId="{B259E6BD-4BF3-4AAF-A573-8C86DBF81F53}" destId="{44DBCB88-B5C9-4C80-9A48-73F4023976EB}" srcOrd="0" destOrd="0" presId="urn:microsoft.com/office/officeart/2005/8/layout/list1"/>
    <dgm:cxn modelId="{F443DFBC-7EF1-4A73-8DEB-C00806B243CB}" type="presParOf" srcId="{B259E6BD-4BF3-4AAF-A573-8C86DBF81F53}" destId="{873246C0-E10E-4C72-A83B-98D325B29539}" srcOrd="1" destOrd="0" presId="urn:microsoft.com/office/officeart/2005/8/layout/list1"/>
    <dgm:cxn modelId="{591F8DD4-4500-4FBA-B8DC-6F71C3E81AB1}" type="presParOf" srcId="{A460A001-C844-43CA-85CD-FB6B924752FB}" destId="{8A2999F2-E601-47B9-BC10-5DA8EC8902BE}" srcOrd="9" destOrd="0" presId="urn:microsoft.com/office/officeart/2005/8/layout/list1"/>
    <dgm:cxn modelId="{14EB1B00-376D-4E62-828A-336C6D71BD16}" type="presParOf" srcId="{A460A001-C844-43CA-85CD-FB6B924752FB}" destId="{B8A4B16E-A918-4FF7-8DA4-A1E33AE99FA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714B94-4213-4EF2-8B90-3ACC095B5D5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F259916-43DA-4AA1-A87C-6559A7386DF1}">
      <dgm:prSet phldrT="[Text]"/>
      <dgm:spPr>
        <a:solidFill>
          <a:srgbClr val="002060"/>
        </a:solidFill>
      </dgm:spPr>
      <dgm:t>
        <a:bodyPr/>
        <a:lstStyle/>
        <a:p>
          <a:r>
            <a:rPr lang="en-IN" dirty="0"/>
            <a:t>United States</a:t>
          </a:r>
        </a:p>
      </dgm:t>
    </dgm:pt>
    <dgm:pt modelId="{8EB578A5-EF1E-4115-B42B-9741F3FFDDAF}" type="parTrans" cxnId="{1B10182E-3A1B-4954-AE1A-9CFE3D4059A1}">
      <dgm:prSet/>
      <dgm:spPr/>
      <dgm:t>
        <a:bodyPr/>
        <a:lstStyle/>
        <a:p>
          <a:endParaRPr lang="en-IN"/>
        </a:p>
      </dgm:t>
    </dgm:pt>
    <dgm:pt modelId="{A9EB89BF-BC6C-4E22-B880-608CBDD2F7BA}" type="sibTrans" cxnId="{1B10182E-3A1B-4954-AE1A-9CFE3D4059A1}">
      <dgm:prSet/>
      <dgm:spPr/>
      <dgm:t>
        <a:bodyPr/>
        <a:lstStyle/>
        <a:p>
          <a:endParaRPr lang="en-IN"/>
        </a:p>
      </dgm:t>
    </dgm:pt>
    <dgm:pt modelId="{B2850961-1FBC-48BF-ADF9-558B0846C214}">
      <dgm:prSet phldrT="[Text]"/>
      <dgm:spPr>
        <a:solidFill>
          <a:srgbClr val="92D050"/>
        </a:solidFill>
      </dgm:spPr>
      <dgm:t>
        <a:bodyPr/>
        <a:lstStyle/>
        <a:p>
          <a:r>
            <a:rPr lang="en-IN" dirty="0"/>
            <a:t>United Kingdom</a:t>
          </a:r>
        </a:p>
      </dgm:t>
    </dgm:pt>
    <dgm:pt modelId="{6A56FAEC-7372-4D4F-9F04-3A615C23705A}" type="parTrans" cxnId="{0E668E67-45C6-4AC2-82C8-5375595DB303}">
      <dgm:prSet/>
      <dgm:spPr/>
      <dgm:t>
        <a:bodyPr/>
        <a:lstStyle/>
        <a:p>
          <a:endParaRPr lang="en-IN"/>
        </a:p>
      </dgm:t>
    </dgm:pt>
    <dgm:pt modelId="{09618B35-D5A6-4550-860C-E9195E70AA04}" type="sibTrans" cxnId="{0E668E67-45C6-4AC2-82C8-5375595DB303}">
      <dgm:prSet/>
      <dgm:spPr/>
      <dgm:t>
        <a:bodyPr/>
        <a:lstStyle/>
        <a:p>
          <a:endParaRPr lang="en-IN"/>
        </a:p>
      </dgm:t>
    </dgm:pt>
    <dgm:pt modelId="{37A38BFE-C570-4735-8772-F196CC5EA770}">
      <dgm:prSet phldrT="[Text]"/>
      <dgm:spPr>
        <a:solidFill>
          <a:srgbClr val="FF0000"/>
        </a:solidFill>
      </dgm:spPr>
      <dgm:t>
        <a:bodyPr/>
        <a:lstStyle/>
        <a:p>
          <a:r>
            <a:rPr lang="en-IN" dirty="0"/>
            <a:t>Japan</a:t>
          </a:r>
        </a:p>
      </dgm:t>
    </dgm:pt>
    <dgm:pt modelId="{2805DE6C-73CF-478D-A96F-FFF0BADEF86F}" type="parTrans" cxnId="{D6D21457-B66F-4C3B-98B1-5BB6C6414F70}">
      <dgm:prSet/>
      <dgm:spPr/>
      <dgm:t>
        <a:bodyPr/>
        <a:lstStyle/>
        <a:p>
          <a:endParaRPr lang="en-IN"/>
        </a:p>
      </dgm:t>
    </dgm:pt>
    <dgm:pt modelId="{495D5A7E-FC3C-43B9-A413-231D0F734080}" type="sibTrans" cxnId="{D6D21457-B66F-4C3B-98B1-5BB6C6414F70}">
      <dgm:prSet/>
      <dgm:spPr/>
      <dgm:t>
        <a:bodyPr/>
        <a:lstStyle/>
        <a:p>
          <a:endParaRPr lang="en-IN"/>
        </a:p>
      </dgm:t>
    </dgm:pt>
    <dgm:pt modelId="{5692337D-D03E-430A-A2B8-80707C75529A}" type="pres">
      <dgm:prSet presAssocID="{10714B94-4213-4EF2-8B90-3ACC095B5D59}" presName="linear" presStyleCnt="0">
        <dgm:presLayoutVars>
          <dgm:dir/>
          <dgm:animLvl val="lvl"/>
          <dgm:resizeHandles val="exact"/>
        </dgm:presLayoutVars>
      </dgm:prSet>
      <dgm:spPr/>
    </dgm:pt>
    <dgm:pt modelId="{098880E1-0264-49CC-B11F-A97AC1D92EB2}" type="pres">
      <dgm:prSet presAssocID="{BF259916-43DA-4AA1-A87C-6559A7386DF1}" presName="parentLin" presStyleCnt="0"/>
      <dgm:spPr/>
    </dgm:pt>
    <dgm:pt modelId="{05B4EF33-F7B3-45CB-BBA6-8B75B0DCF0B3}" type="pres">
      <dgm:prSet presAssocID="{BF259916-43DA-4AA1-A87C-6559A7386DF1}" presName="parentLeftMargin" presStyleLbl="node1" presStyleIdx="0" presStyleCnt="3"/>
      <dgm:spPr/>
    </dgm:pt>
    <dgm:pt modelId="{03F9B995-B0F5-47B2-887F-B4DD8F857AE1}" type="pres">
      <dgm:prSet presAssocID="{BF259916-43DA-4AA1-A87C-6559A7386DF1}" presName="parentText" presStyleLbl="node1" presStyleIdx="0" presStyleCnt="3" custLinFactNeighborX="-37888" custLinFactNeighborY="17987">
        <dgm:presLayoutVars>
          <dgm:chMax val="0"/>
          <dgm:bulletEnabled val="1"/>
        </dgm:presLayoutVars>
      </dgm:prSet>
      <dgm:spPr/>
    </dgm:pt>
    <dgm:pt modelId="{EDE3DAFB-41CC-40BF-89A7-FE9BCE366C77}" type="pres">
      <dgm:prSet presAssocID="{BF259916-43DA-4AA1-A87C-6559A7386DF1}" presName="negativeSpace" presStyleCnt="0"/>
      <dgm:spPr/>
    </dgm:pt>
    <dgm:pt modelId="{F3B8292F-8CAE-49A9-A424-BC50E499E5E9}" type="pres">
      <dgm:prSet presAssocID="{BF259916-43DA-4AA1-A87C-6559A7386DF1}" presName="childText" presStyleLbl="conFgAcc1" presStyleIdx="0" presStyleCnt="3" custLinFactNeighborX="0" custLinFactNeighborY="38269">
        <dgm:presLayoutVars>
          <dgm:bulletEnabled val="1"/>
        </dgm:presLayoutVars>
      </dgm:prSet>
      <dgm:spPr/>
    </dgm:pt>
    <dgm:pt modelId="{78EF8691-E00F-44AC-B8F5-45661CE1747C}" type="pres">
      <dgm:prSet presAssocID="{A9EB89BF-BC6C-4E22-B880-608CBDD2F7BA}" presName="spaceBetweenRectangles" presStyleCnt="0"/>
      <dgm:spPr/>
    </dgm:pt>
    <dgm:pt modelId="{9A766A9F-B2AF-4ECF-A805-8562F3BEAB1F}" type="pres">
      <dgm:prSet presAssocID="{B2850961-1FBC-48BF-ADF9-558B0846C214}" presName="parentLin" presStyleCnt="0"/>
      <dgm:spPr/>
    </dgm:pt>
    <dgm:pt modelId="{5C07A2A3-89DB-45DF-AA2F-022B891717C4}" type="pres">
      <dgm:prSet presAssocID="{B2850961-1FBC-48BF-ADF9-558B0846C214}" presName="parentLeftMargin" presStyleLbl="node1" presStyleIdx="0" presStyleCnt="3"/>
      <dgm:spPr/>
    </dgm:pt>
    <dgm:pt modelId="{82E04A64-8019-4519-8436-EBEA4D58F0BE}" type="pres">
      <dgm:prSet presAssocID="{B2850961-1FBC-48BF-ADF9-558B0846C214}" presName="parentText" presStyleLbl="node1" presStyleIdx="1" presStyleCnt="3" custLinFactNeighborX="-37888" custLinFactNeighborY="-305">
        <dgm:presLayoutVars>
          <dgm:chMax val="0"/>
          <dgm:bulletEnabled val="1"/>
        </dgm:presLayoutVars>
      </dgm:prSet>
      <dgm:spPr/>
    </dgm:pt>
    <dgm:pt modelId="{481AB478-40B9-481E-BFA6-07B77F6537DF}" type="pres">
      <dgm:prSet presAssocID="{B2850961-1FBC-48BF-ADF9-558B0846C214}" presName="negativeSpace" presStyleCnt="0"/>
      <dgm:spPr/>
    </dgm:pt>
    <dgm:pt modelId="{A31CD89C-6C74-4559-ABCA-FB4730777F92}" type="pres">
      <dgm:prSet presAssocID="{B2850961-1FBC-48BF-ADF9-558B0846C214}" presName="childText" presStyleLbl="conFgAcc1" presStyleIdx="1" presStyleCnt="3" custLinFactNeighborX="0" custLinFactNeighborY="-74077">
        <dgm:presLayoutVars>
          <dgm:bulletEnabled val="1"/>
        </dgm:presLayoutVars>
      </dgm:prSet>
      <dgm:spPr/>
    </dgm:pt>
    <dgm:pt modelId="{3011097D-B324-4157-80DB-3F0A8E82653F}" type="pres">
      <dgm:prSet presAssocID="{09618B35-D5A6-4550-860C-E9195E70AA04}" presName="spaceBetweenRectangles" presStyleCnt="0"/>
      <dgm:spPr/>
    </dgm:pt>
    <dgm:pt modelId="{44726614-98F9-47AF-8E7D-2A0B153A3E66}" type="pres">
      <dgm:prSet presAssocID="{37A38BFE-C570-4735-8772-F196CC5EA770}" presName="parentLin" presStyleCnt="0"/>
      <dgm:spPr/>
    </dgm:pt>
    <dgm:pt modelId="{330AF09E-6A49-4333-816D-26BE08387BBB}" type="pres">
      <dgm:prSet presAssocID="{37A38BFE-C570-4735-8772-F196CC5EA770}" presName="parentLeftMargin" presStyleLbl="node1" presStyleIdx="1" presStyleCnt="3"/>
      <dgm:spPr/>
    </dgm:pt>
    <dgm:pt modelId="{377010E2-EDC0-48DB-A2ED-6E1F15970B69}" type="pres">
      <dgm:prSet presAssocID="{37A38BFE-C570-4735-8772-F196CC5EA770}" presName="parentText" presStyleLbl="node1" presStyleIdx="2" presStyleCnt="3" custLinFactNeighborX="-37888" custLinFactNeighborY="-17581">
        <dgm:presLayoutVars>
          <dgm:chMax val="0"/>
          <dgm:bulletEnabled val="1"/>
        </dgm:presLayoutVars>
      </dgm:prSet>
      <dgm:spPr/>
    </dgm:pt>
    <dgm:pt modelId="{4C10C5FD-5528-4465-9355-59A6277C37A0}" type="pres">
      <dgm:prSet presAssocID="{37A38BFE-C570-4735-8772-F196CC5EA770}" presName="negativeSpace" presStyleCnt="0"/>
      <dgm:spPr/>
    </dgm:pt>
    <dgm:pt modelId="{91F0896A-5207-4D14-BCE3-0622AC7F6D79}" type="pres">
      <dgm:prSet presAssocID="{37A38BFE-C570-4735-8772-F196CC5EA770}" presName="childText" presStyleLbl="conFgAcc1" presStyleIdx="2" presStyleCnt="3" custLinFactNeighborX="0" custLinFactNeighborY="-73578">
        <dgm:presLayoutVars>
          <dgm:bulletEnabled val="1"/>
        </dgm:presLayoutVars>
      </dgm:prSet>
      <dgm:spPr/>
    </dgm:pt>
  </dgm:ptLst>
  <dgm:cxnLst>
    <dgm:cxn modelId="{40624100-78C4-4066-9421-DD7932DB7147}" type="presOf" srcId="{37A38BFE-C570-4735-8772-F196CC5EA770}" destId="{377010E2-EDC0-48DB-A2ED-6E1F15970B69}" srcOrd="1" destOrd="0" presId="urn:microsoft.com/office/officeart/2005/8/layout/list1"/>
    <dgm:cxn modelId="{2D54AA1B-4809-4125-BA1D-3EF3B9E63A69}" type="presOf" srcId="{BF259916-43DA-4AA1-A87C-6559A7386DF1}" destId="{05B4EF33-F7B3-45CB-BBA6-8B75B0DCF0B3}" srcOrd="0" destOrd="0" presId="urn:microsoft.com/office/officeart/2005/8/layout/list1"/>
    <dgm:cxn modelId="{BD43ED21-D87B-45FF-899D-BF46DA0BBC96}" type="presOf" srcId="{B2850961-1FBC-48BF-ADF9-558B0846C214}" destId="{82E04A64-8019-4519-8436-EBEA4D58F0BE}" srcOrd="1" destOrd="0" presId="urn:microsoft.com/office/officeart/2005/8/layout/list1"/>
    <dgm:cxn modelId="{1B10182E-3A1B-4954-AE1A-9CFE3D4059A1}" srcId="{10714B94-4213-4EF2-8B90-3ACC095B5D59}" destId="{BF259916-43DA-4AA1-A87C-6559A7386DF1}" srcOrd="0" destOrd="0" parTransId="{8EB578A5-EF1E-4115-B42B-9741F3FFDDAF}" sibTransId="{A9EB89BF-BC6C-4E22-B880-608CBDD2F7BA}"/>
    <dgm:cxn modelId="{0E668E67-45C6-4AC2-82C8-5375595DB303}" srcId="{10714B94-4213-4EF2-8B90-3ACC095B5D59}" destId="{B2850961-1FBC-48BF-ADF9-558B0846C214}" srcOrd="1" destOrd="0" parTransId="{6A56FAEC-7372-4D4F-9F04-3A615C23705A}" sibTransId="{09618B35-D5A6-4550-860C-E9195E70AA04}"/>
    <dgm:cxn modelId="{5E5B5670-35AB-4D5E-B900-D2C798D55FED}" type="presOf" srcId="{37A38BFE-C570-4735-8772-F196CC5EA770}" destId="{330AF09E-6A49-4333-816D-26BE08387BBB}" srcOrd="0" destOrd="0" presId="urn:microsoft.com/office/officeart/2005/8/layout/list1"/>
    <dgm:cxn modelId="{D6D21457-B66F-4C3B-98B1-5BB6C6414F70}" srcId="{10714B94-4213-4EF2-8B90-3ACC095B5D59}" destId="{37A38BFE-C570-4735-8772-F196CC5EA770}" srcOrd="2" destOrd="0" parTransId="{2805DE6C-73CF-478D-A96F-FFF0BADEF86F}" sibTransId="{495D5A7E-FC3C-43B9-A413-231D0F734080}"/>
    <dgm:cxn modelId="{A50054AC-5125-4493-9DE9-56BDA96AB48E}" type="presOf" srcId="{10714B94-4213-4EF2-8B90-3ACC095B5D59}" destId="{5692337D-D03E-430A-A2B8-80707C75529A}" srcOrd="0" destOrd="0" presId="urn:microsoft.com/office/officeart/2005/8/layout/list1"/>
    <dgm:cxn modelId="{33BED0C7-929E-4954-BD36-0BA2990B8C01}" type="presOf" srcId="{BF259916-43DA-4AA1-A87C-6559A7386DF1}" destId="{03F9B995-B0F5-47B2-887F-B4DD8F857AE1}" srcOrd="1" destOrd="0" presId="urn:microsoft.com/office/officeart/2005/8/layout/list1"/>
    <dgm:cxn modelId="{53ADF4FF-9974-47E2-92C8-373555C4F791}" type="presOf" srcId="{B2850961-1FBC-48BF-ADF9-558B0846C214}" destId="{5C07A2A3-89DB-45DF-AA2F-022B891717C4}" srcOrd="0" destOrd="0" presId="urn:microsoft.com/office/officeart/2005/8/layout/list1"/>
    <dgm:cxn modelId="{DCB856A0-C82B-4980-8AB4-2AF645997A95}" type="presParOf" srcId="{5692337D-D03E-430A-A2B8-80707C75529A}" destId="{098880E1-0264-49CC-B11F-A97AC1D92EB2}" srcOrd="0" destOrd="0" presId="urn:microsoft.com/office/officeart/2005/8/layout/list1"/>
    <dgm:cxn modelId="{16296DC6-0A68-4BAA-ACE1-229B1E9D1D97}" type="presParOf" srcId="{098880E1-0264-49CC-B11F-A97AC1D92EB2}" destId="{05B4EF33-F7B3-45CB-BBA6-8B75B0DCF0B3}" srcOrd="0" destOrd="0" presId="urn:microsoft.com/office/officeart/2005/8/layout/list1"/>
    <dgm:cxn modelId="{45307264-63AF-4405-865E-20E0C7D47F4E}" type="presParOf" srcId="{098880E1-0264-49CC-B11F-A97AC1D92EB2}" destId="{03F9B995-B0F5-47B2-887F-B4DD8F857AE1}" srcOrd="1" destOrd="0" presId="urn:microsoft.com/office/officeart/2005/8/layout/list1"/>
    <dgm:cxn modelId="{209DD9BD-BE11-41E7-BD2F-C312FEAF9E6E}" type="presParOf" srcId="{5692337D-D03E-430A-A2B8-80707C75529A}" destId="{EDE3DAFB-41CC-40BF-89A7-FE9BCE366C77}" srcOrd="1" destOrd="0" presId="urn:microsoft.com/office/officeart/2005/8/layout/list1"/>
    <dgm:cxn modelId="{3A8FF679-2EB4-4F0C-8E27-9DF7838B203B}" type="presParOf" srcId="{5692337D-D03E-430A-A2B8-80707C75529A}" destId="{F3B8292F-8CAE-49A9-A424-BC50E499E5E9}" srcOrd="2" destOrd="0" presId="urn:microsoft.com/office/officeart/2005/8/layout/list1"/>
    <dgm:cxn modelId="{F0FB65D1-5F07-4C80-B3B4-B50639C6B579}" type="presParOf" srcId="{5692337D-D03E-430A-A2B8-80707C75529A}" destId="{78EF8691-E00F-44AC-B8F5-45661CE1747C}" srcOrd="3" destOrd="0" presId="urn:microsoft.com/office/officeart/2005/8/layout/list1"/>
    <dgm:cxn modelId="{56DE5615-F87F-43E8-BCE1-6A6826AC7EEF}" type="presParOf" srcId="{5692337D-D03E-430A-A2B8-80707C75529A}" destId="{9A766A9F-B2AF-4ECF-A805-8562F3BEAB1F}" srcOrd="4" destOrd="0" presId="urn:microsoft.com/office/officeart/2005/8/layout/list1"/>
    <dgm:cxn modelId="{79A70A76-8262-40CE-A8CE-39F3DC362E14}" type="presParOf" srcId="{9A766A9F-B2AF-4ECF-A805-8562F3BEAB1F}" destId="{5C07A2A3-89DB-45DF-AA2F-022B891717C4}" srcOrd="0" destOrd="0" presId="urn:microsoft.com/office/officeart/2005/8/layout/list1"/>
    <dgm:cxn modelId="{8C49F805-31AE-41A0-B245-A8AF52398065}" type="presParOf" srcId="{9A766A9F-B2AF-4ECF-A805-8562F3BEAB1F}" destId="{82E04A64-8019-4519-8436-EBEA4D58F0BE}" srcOrd="1" destOrd="0" presId="urn:microsoft.com/office/officeart/2005/8/layout/list1"/>
    <dgm:cxn modelId="{C4E9C747-81DC-4807-8F87-5FA1D5AA67EA}" type="presParOf" srcId="{5692337D-D03E-430A-A2B8-80707C75529A}" destId="{481AB478-40B9-481E-BFA6-07B77F6537DF}" srcOrd="5" destOrd="0" presId="urn:microsoft.com/office/officeart/2005/8/layout/list1"/>
    <dgm:cxn modelId="{2D62FC82-C844-4D65-85FB-90BD0755A35A}" type="presParOf" srcId="{5692337D-D03E-430A-A2B8-80707C75529A}" destId="{A31CD89C-6C74-4559-ABCA-FB4730777F92}" srcOrd="6" destOrd="0" presId="urn:microsoft.com/office/officeart/2005/8/layout/list1"/>
    <dgm:cxn modelId="{9CD7C7B0-6E3D-42C5-8A9F-601AE72C9B29}" type="presParOf" srcId="{5692337D-D03E-430A-A2B8-80707C75529A}" destId="{3011097D-B324-4157-80DB-3F0A8E82653F}" srcOrd="7" destOrd="0" presId="urn:microsoft.com/office/officeart/2005/8/layout/list1"/>
    <dgm:cxn modelId="{ECEB02DA-2B77-47EC-B000-B67B4FEB7914}" type="presParOf" srcId="{5692337D-D03E-430A-A2B8-80707C75529A}" destId="{44726614-98F9-47AF-8E7D-2A0B153A3E66}" srcOrd="8" destOrd="0" presId="urn:microsoft.com/office/officeart/2005/8/layout/list1"/>
    <dgm:cxn modelId="{E076FB70-F55D-4E20-9CF1-D2DF131BADB6}" type="presParOf" srcId="{44726614-98F9-47AF-8E7D-2A0B153A3E66}" destId="{330AF09E-6A49-4333-816D-26BE08387BBB}" srcOrd="0" destOrd="0" presId="urn:microsoft.com/office/officeart/2005/8/layout/list1"/>
    <dgm:cxn modelId="{0BC90ABA-C8EE-4229-92EB-82EECCEFAE09}" type="presParOf" srcId="{44726614-98F9-47AF-8E7D-2A0B153A3E66}" destId="{377010E2-EDC0-48DB-A2ED-6E1F15970B69}" srcOrd="1" destOrd="0" presId="urn:microsoft.com/office/officeart/2005/8/layout/list1"/>
    <dgm:cxn modelId="{80FB4A6C-49C8-47B7-8DA5-1962D12B6F5E}" type="presParOf" srcId="{5692337D-D03E-430A-A2B8-80707C75529A}" destId="{4C10C5FD-5528-4465-9355-59A6277C37A0}" srcOrd="9" destOrd="0" presId="urn:microsoft.com/office/officeart/2005/8/layout/list1"/>
    <dgm:cxn modelId="{CDBDDC90-8A35-4B21-A8E6-32120C7ADC56}" type="presParOf" srcId="{5692337D-D03E-430A-A2B8-80707C75529A}" destId="{91F0896A-5207-4D14-BCE3-0622AC7F6D7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0714B94-4213-4EF2-8B90-3ACC095B5D5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F259916-43DA-4AA1-A87C-6559A7386DF1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IN" dirty="0"/>
            <a:t>South Korea</a:t>
          </a:r>
        </a:p>
      </dgm:t>
    </dgm:pt>
    <dgm:pt modelId="{8EB578A5-EF1E-4115-B42B-9741F3FFDDAF}" type="parTrans" cxnId="{1B10182E-3A1B-4954-AE1A-9CFE3D4059A1}">
      <dgm:prSet/>
      <dgm:spPr/>
      <dgm:t>
        <a:bodyPr/>
        <a:lstStyle/>
        <a:p>
          <a:endParaRPr lang="en-IN"/>
        </a:p>
      </dgm:t>
    </dgm:pt>
    <dgm:pt modelId="{A9EB89BF-BC6C-4E22-B880-608CBDD2F7BA}" type="sibTrans" cxnId="{1B10182E-3A1B-4954-AE1A-9CFE3D4059A1}">
      <dgm:prSet/>
      <dgm:spPr/>
      <dgm:t>
        <a:bodyPr/>
        <a:lstStyle/>
        <a:p>
          <a:endParaRPr lang="en-IN"/>
        </a:p>
      </dgm:t>
    </dgm:pt>
    <dgm:pt modelId="{B2850961-1FBC-48BF-ADF9-558B0846C214}">
      <dgm:prSet phldrT="[Text]"/>
      <dgm:spPr>
        <a:solidFill>
          <a:srgbClr val="FFFF00"/>
        </a:solidFill>
      </dgm:spPr>
      <dgm:t>
        <a:bodyPr/>
        <a:lstStyle/>
        <a:p>
          <a:r>
            <a:rPr lang="en-IN" dirty="0"/>
            <a:t>India</a:t>
          </a:r>
        </a:p>
      </dgm:t>
    </dgm:pt>
    <dgm:pt modelId="{6A56FAEC-7372-4D4F-9F04-3A615C23705A}" type="parTrans" cxnId="{0E668E67-45C6-4AC2-82C8-5375595DB303}">
      <dgm:prSet/>
      <dgm:spPr/>
      <dgm:t>
        <a:bodyPr/>
        <a:lstStyle/>
        <a:p>
          <a:endParaRPr lang="en-IN"/>
        </a:p>
      </dgm:t>
    </dgm:pt>
    <dgm:pt modelId="{09618B35-D5A6-4550-860C-E9195E70AA04}" type="sibTrans" cxnId="{0E668E67-45C6-4AC2-82C8-5375595DB303}">
      <dgm:prSet/>
      <dgm:spPr/>
      <dgm:t>
        <a:bodyPr/>
        <a:lstStyle/>
        <a:p>
          <a:endParaRPr lang="en-IN"/>
        </a:p>
      </dgm:t>
    </dgm:pt>
    <dgm:pt modelId="{37A38BFE-C570-4735-8772-F196CC5EA770}">
      <dgm:prSet phldrT="[Text]"/>
      <dgm:spPr>
        <a:solidFill>
          <a:srgbClr val="00B0F0"/>
        </a:solidFill>
      </dgm:spPr>
      <dgm:t>
        <a:bodyPr/>
        <a:lstStyle/>
        <a:p>
          <a:r>
            <a:rPr lang="en-IN" dirty="0"/>
            <a:t>Taiwan</a:t>
          </a:r>
        </a:p>
      </dgm:t>
    </dgm:pt>
    <dgm:pt modelId="{2805DE6C-73CF-478D-A96F-FFF0BADEF86F}" type="parTrans" cxnId="{D6D21457-B66F-4C3B-98B1-5BB6C6414F70}">
      <dgm:prSet/>
      <dgm:spPr/>
      <dgm:t>
        <a:bodyPr/>
        <a:lstStyle/>
        <a:p>
          <a:endParaRPr lang="en-IN"/>
        </a:p>
      </dgm:t>
    </dgm:pt>
    <dgm:pt modelId="{495D5A7E-FC3C-43B9-A413-231D0F734080}" type="sibTrans" cxnId="{D6D21457-B66F-4C3B-98B1-5BB6C6414F70}">
      <dgm:prSet/>
      <dgm:spPr/>
      <dgm:t>
        <a:bodyPr/>
        <a:lstStyle/>
        <a:p>
          <a:endParaRPr lang="en-IN"/>
        </a:p>
      </dgm:t>
    </dgm:pt>
    <dgm:pt modelId="{5692337D-D03E-430A-A2B8-80707C75529A}" type="pres">
      <dgm:prSet presAssocID="{10714B94-4213-4EF2-8B90-3ACC095B5D59}" presName="linear" presStyleCnt="0">
        <dgm:presLayoutVars>
          <dgm:dir/>
          <dgm:animLvl val="lvl"/>
          <dgm:resizeHandles val="exact"/>
        </dgm:presLayoutVars>
      </dgm:prSet>
      <dgm:spPr/>
    </dgm:pt>
    <dgm:pt modelId="{098880E1-0264-49CC-B11F-A97AC1D92EB2}" type="pres">
      <dgm:prSet presAssocID="{BF259916-43DA-4AA1-A87C-6559A7386DF1}" presName="parentLin" presStyleCnt="0"/>
      <dgm:spPr/>
    </dgm:pt>
    <dgm:pt modelId="{05B4EF33-F7B3-45CB-BBA6-8B75B0DCF0B3}" type="pres">
      <dgm:prSet presAssocID="{BF259916-43DA-4AA1-A87C-6559A7386DF1}" presName="parentLeftMargin" presStyleLbl="node1" presStyleIdx="0" presStyleCnt="3"/>
      <dgm:spPr/>
    </dgm:pt>
    <dgm:pt modelId="{03F9B995-B0F5-47B2-887F-B4DD8F857AE1}" type="pres">
      <dgm:prSet presAssocID="{BF259916-43DA-4AA1-A87C-6559A7386DF1}" presName="parentText" presStyleLbl="node1" presStyleIdx="0" presStyleCnt="3" custLinFactNeighborX="-37888" custLinFactNeighborY="17987">
        <dgm:presLayoutVars>
          <dgm:chMax val="0"/>
          <dgm:bulletEnabled val="1"/>
        </dgm:presLayoutVars>
      </dgm:prSet>
      <dgm:spPr/>
    </dgm:pt>
    <dgm:pt modelId="{EDE3DAFB-41CC-40BF-89A7-FE9BCE366C77}" type="pres">
      <dgm:prSet presAssocID="{BF259916-43DA-4AA1-A87C-6559A7386DF1}" presName="negativeSpace" presStyleCnt="0"/>
      <dgm:spPr/>
    </dgm:pt>
    <dgm:pt modelId="{F3B8292F-8CAE-49A9-A424-BC50E499E5E9}" type="pres">
      <dgm:prSet presAssocID="{BF259916-43DA-4AA1-A87C-6559A7386DF1}" presName="childText" presStyleLbl="conFgAcc1" presStyleIdx="0" presStyleCnt="3" custLinFactY="-3509" custLinFactNeighborX="-124" custLinFactNeighborY="-100000">
        <dgm:presLayoutVars>
          <dgm:bulletEnabled val="1"/>
        </dgm:presLayoutVars>
      </dgm:prSet>
      <dgm:spPr/>
    </dgm:pt>
    <dgm:pt modelId="{78EF8691-E00F-44AC-B8F5-45661CE1747C}" type="pres">
      <dgm:prSet presAssocID="{A9EB89BF-BC6C-4E22-B880-608CBDD2F7BA}" presName="spaceBetweenRectangles" presStyleCnt="0"/>
      <dgm:spPr/>
    </dgm:pt>
    <dgm:pt modelId="{9A766A9F-B2AF-4ECF-A805-8562F3BEAB1F}" type="pres">
      <dgm:prSet presAssocID="{B2850961-1FBC-48BF-ADF9-558B0846C214}" presName="parentLin" presStyleCnt="0"/>
      <dgm:spPr/>
    </dgm:pt>
    <dgm:pt modelId="{5C07A2A3-89DB-45DF-AA2F-022B891717C4}" type="pres">
      <dgm:prSet presAssocID="{B2850961-1FBC-48BF-ADF9-558B0846C214}" presName="parentLeftMargin" presStyleLbl="node1" presStyleIdx="0" presStyleCnt="3"/>
      <dgm:spPr/>
    </dgm:pt>
    <dgm:pt modelId="{82E04A64-8019-4519-8436-EBEA4D58F0BE}" type="pres">
      <dgm:prSet presAssocID="{B2850961-1FBC-48BF-ADF9-558B0846C214}" presName="parentText" presStyleLbl="node1" presStyleIdx="1" presStyleCnt="3" custLinFactNeighborX="-37888" custLinFactNeighborY="-305">
        <dgm:presLayoutVars>
          <dgm:chMax val="0"/>
          <dgm:bulletEnabled val="1"/>
        </dgm:presLayoutVars>
      </dgm:prSet>
      <dgm:spPr/>
    </dgm:pt>
    <dgm:pt modelId="{481AB478-40B9-481E-BFA6-07B77F6537DF}" type="pres">
      <dgm:prSet presAssocID="{B2850961-1FBC-48BF-ADF9-558B0846C214}" presName="negativeSpace" presStyleCnt="0"/>
      <dgm:spPr/>
    </dgm:pt>
    <dgm:pt modelId="{A31CD89C-6C74-4559-ABCA-FB4730777F92}" type="pres">
      <dgm:prSet presAssocID="{B2850961-1FBC-48BF-ADF9-558B0846C214}" presName="childText" presStyleLbl="conFgAcc1" presStyleIdx="1" presStyleCnt="3" custLinFactNeighborX="0" custLinFactNeighborY="-74077">
        <dgm:presLayoutVars>
          <dgm:bulletEnabled val="1"/>
        </dgm:presLayoutVars>
      </dgm:prSet>
      <dgm:spPr/>
    </dgm:pt>
    <dgm:pt modelId="{3011097D-B324-4157-80DB-3F0A8E82653F}" type="pres">
      <dgm:prSet presAssocID="{09618B35-D5A6-4550-860C-E9195E70AA04}" presName="spaceBetweenRectangles" presStyleCnt="0"/>
      <dgm:spPr/>
    </dgm:pt>
    <dgm:pt modelId="{44726614-98F9-47AF-8E7D-2A0B153A3E66}" type="pres">
      <dgm:prSet presAssocID="{37A38BFE-C570-4735-8772-F196CC5EA770}" presName="parentLin" presStyleCnt="0"/>
      <dgm:spPr/>
    </dgm:pt>
    <dgm:pt modelId="{330AF09E-6A49-4333-816D-26BE08387BBB}" type="pres">
      <dgm:prSet presAssocID="{37A38BFE-C570-4735-8772-F196CC5EA770}" presName="parentLeftMargin" presStyleLbl="node1" presStyleIdx="1" presStyleCnt="3"/>
      <dgm:spPr/>
    </dgm:pt>
    <dgm:pt modelId="{377010E2-EDC0-48DB-A2ED-6E1F15970B69}" type="pres">
      <dgm:prSet presAssocID="{37A38BFE-C570-4735-8772-F196CC5EA770}" presName="parentText" presStyleLbl="node1" presStyleIdx="2" presStyleCnt="3" custLinFactNeighborX="-37888" custLinFactNeighborY="-17581">
        <dgm:presLayoutVars>
          <dgm:chMax val="0"/>
          <dgm:bulletEnabled val="1"/>
        </dgm:presLayoutVars>
      </dgm:prSet>
      <dgm:spPr/>
    </dgm:pt>
    <dgm:pt modelId="{4C10C5FD-5528-4465-9355-59A6277C37A0}" type="pres">
      <dgm:prSet presAssocID="{37A38BFE-C570-4735-8772-F196CC5EA770}" presName="negativeSpace" presStyleCnt="0"/>
      <dgm:spPr/>
    </dgm:pt>
    <dgm:pt modelId="{91F0896A-5207-4D14-BCE3-0622AC7F6D79}" type="pres">
      <dgm:prSet presAssocID="{37A38BFE-C570-4735-8772-F196CC5EA770}" presName="childText" presStyleLbl="conFgAcc1" presStyleIdx="2" presStyleCnt="3" custLinFactNeighborX="0" custLinFactNeighborY="-73578">
        <dgm:presLayoutVars>
          <dgm:bulletEnabled val="1"/>
        </dgm:presLayoutVars>
      </dgm:prSet>
      <dgm:spPr/>
    </dgm:pt>
  </dgm:ptLst>
  <dgm:cxnLst>
    <dgm:cxn modelId="{40624100-78C4-4066-9421-DD7932DB7147}" type="presOf" srcId="{37A38BFE-C570-4735-8772-F196CC5EA770}" destId="{377010E2-EDC0-48DB-A2ED-6E1F15970B69}" srcOrd="1" destOrd="0" presId="urn:microsoft.com/office/officeart/2005/8/layout/list1"/>
    <dgm:cxn modelId="{2D54AA1B-4809-4125-BA1D-3EF3B9E63A69}" type="presOf" srcId="{BF259916-43DA-4AA1-A87C-6559A7386DF1}" destId="{05B4EF33-F7B3-45CB-BBA6-8B75B0DCF0B3}" srcOrd="0" destOrd="0" presId="urn:microsoft.com/office/officeart/2005/8/layout/list1"/>
    <dgm:cxn modelId="{BD43ED21-D87B-45FF-899D-BF46DA0BBC96}" type="presOf" srcId="{B2850961-1FBC-48BF-ADF9-558B0846C214}" destId="{82E04A64-8019-4519-8436-EBEA4D58F0BE}" srcOrd="1" destOrd="0" presId="urn:microsoft.com/office/officeart/2005/8/layout/list1"/>
    <dgm:cxn modelId="{1B10182E-3A1B-4954-AE1A-9CFE3D4059A1}" srcId="{10714B94-4213-4EF2-8B90-3ACC095B5D59}" destId="{BF259916-43DA-4AA1-A87C-6559A7386DF1}" srcOrd="0" destOrd="0" parTransId="{8EB578A5-EF1E-4115-B42B-9741F3FFDDAF}" sibTransId="{A9EB89BF-BC6C-4E22-B880-608CBDD2F7BA}"/>
    <dgm:cxn modelId="{0E668E67-45C6-4AC2-82C8-5375595DB303}" srcId="{10714B94-4213-4EF2-8B90-3ACC095B5D59}" destId="{B2850961-1FBC-48BF-ADF9-558B0846C214}" srcOrd="1" destOrd="0" parTransId="{6A56FAEC-7372-4D4F-9F04-3A615C23705A}" sibTransId="{09618B35-D5A6-4550-860C-E9195E70AA04}"/>
    <dgm:cxn modelId="{5E5B5670-35AB-4D5E-B900-D2C798D55FED}" type="presOf" srcId="{37A38BFE-C570-4735-8772-F196CC5EA770}" destId="{330AF09E-6A49-4333-816D-26BE08387BBB}" srcOrd="0" destOrd="0" presId="urn:microsoft.com/office/officeart/2005/8/layout/list1"/>
    <dgm:cxn modelId="{D6D21457-B66F-4C3B-98B1-5BB6C6414F70}" srcId="{10714B94-4213-4EF2-8B90-3ACC095B5D59}" destId="{37A38BFE-C570-4735-8772-F196CC5EA770}" srcOrd="2" destOrd="0" parTransId="{2805DE6C-73CF-478D-A96F-FFF0BADEF86F}" sibTransId="{495D5A7E-FC3C-43B9-A413-231D0F734080}"/>
    <dgm:cxn modelId="{A50054AC-5125-4493-9DE9-56BDA96AB48E}" type="presOf" srcId="{10714B94-4213-4EF2-8B90-3ACC095B5D59}" destId="{5692337D-D03E-430A-A2B8-80707C75529A}" srcOrd="0" destOrd="0" presId="urn:microsoft.com/office/officeart/2005/8/layout/list1"/>
    <dgm:cxn modelId="{33BED0C7-929E-4954-BD36-0BA2990B8C01}" type="presOf" srcId="{BF259916-43DA-4AA1-A87C-6559A7386DF1}" destId="{03F9B995-B0F5-47B2-887F-B4DD8F857AE1}" srcOrd="1" destOrd="0" presId="urn:microsoft.com/office/officeart/2005/8/layout/list1"/>
    <dgm:cxn modelId="{53ADF4FF-9974-47E2-92C8-373555C4F791}" type="presOf" srcId="{B2850961-1FBC-48BF-ADF9-558B0846C214}" destId="{5C07A2A3-89DB-45DF-AA2F-022B891717C4}" srcOrd="0" destOrd="0" presId="urn:microsoft.com/office/officeart/2005/8/layout/list1"/>
    <dgm:cxn modelId="{DCB856A0-C82B-4980-8AB4-2AF645997A95}" type="presParOf" srcId="{5692337D-D03E-430A-A2B8-80707C75529A}" destId="{098880E1-0264-49CC-B11F-A97AC1D92EB2}" srcOrd="0" destOrd="0" presId="urn:microsoft.com/office/officeart/2005/8/layout/list1"/>
    <dgm:cxn modelId="{16296DC6-0A68-4BAA-ACE1-229B1E9D1D97}" type="presParOf" srcId="{098880E1-0264-49CC-B11F-A97AC1D92EB2}" destId="{05B4EF33-F7B3-45CB-BBA6-8B75B0DCF0B3}" srcOrd="0" destOrd="0" presId="urn:microsoft.com/office/officeart/2005/8/layout/list1"/>
    <dgm:cxn modelId="{45307264-63AF-4405-865E-20E0C7D47F4E}" type="presParOf" srcId="{098880E1-0264-49CC-B11F-A97AC1D92EB2}" destId="{03F9B995-B0F5-47B2-887F-B4DD8F857AE1}" srcOrd="1" destOrd="0" presId="urn:microsoft.com/office/officeart/2005/8/layout/list1"/>
    <dgm:cxn modelId="{209DD9BD-BE11-41E7-BD2F-C312FEAF9E6E}" type="presParOf" srcId="{5692337D-D03E-430A-A2B8-80707C75529A}" destId="{EDE3DAFB-41CC-40BF-89A7-FE9BCE366C77}" srcOrd="1" destOrd="0" presId="urn:microsoft.com/office/officeart/2005/8/layout/list1"/>
    <dgm:cxn modelId="{3A8FF679-2EB4-4F0C-8E27-9DF7838B203B}" type="presParOf" srcId="{5692337D-D03E-430A-A2B8-80707C75529A}" destId="{F3B8292F-8CAE-49A9-A424-BC50E499E5E9}" srcOrd="2" destOrd="0" presId="urn:microsoft.com/office/officeart/2005/8/layout/list1"/>
    <dgm:cxn modelId="{F0FB65D1-5F07-4C80-B3B4-B50639C6B579}" type="presParOf" srcId="{5692337D-D03E-430A-A2B8-80707C75529A}" destId="{78EF8691-E00F-44AC-B8F5-45661CE1747C}" srcOrd="3" destOrd="0" presId="urn:microsoft.com/office/officeart/2005/8/layout/list1"/>
    <dgm:cxn modelId="{56DE5615-F87F-43E8-BCE1-6A6826AC7EEF}" type="presParOf" srcId="{5692337D-D03E-430A-A2B8-80707C75529A}" destId="{9A766A9F-B2AF-4ECF-A805-8562F3BEAB1F}" srcOrd="4" destOrd="0" presId="urn:microsoft.com/office/officeart/2005/8/layout/list1"/>
    <dgm:cxn modelId="{79A70A76-8262-40CE-A8CE-39F3DC362E14}" type="presParOf" srcId="{9A766A9F-B2AF-4ECF-A805-8562F3BEAB1F}" destId="{5C07A2A3-89DB-45DF-AA2F-022B891717C4}" srcOrd="0" destOrd="0" presId="urn:microsoft.com/office/officeart/2005/8/layout/list1"/>
    <dgm:cxn modelId="{8C49F805-31AE-41A0-B245-A8AF52398065}" type="presParOf" srcId="{9A766A9F-B2AF-4ECF-A805-8562F3BEAB1F}" destId="{82E04A64-8019-4519-8436-EBEA4D58F0BE}" srcOrd="1" destOrd="0" presId="urn:microsoft.com/office/officeart/2005/8/layout/list1"/>
    <dgm:cxn modelId="{C4E9C747-81DC-4807-8F87-5FA1D5AA67EA}" type="presParOf" srcId="{5692337D-D03E-430A-A2B8-80707C75529A}" destId="{481AB478-40B9-481E-BFA6-07B77F6537DF}" srcOrd="5" destOrd="0" presId="urn:microsoft.com/office/officeart/2005/8/layout/list1"/>
    <dgm:cxn modelId="{2D62FC82-C844-4D65-85FB-90BD0755A35A}" type="presParOf" srcId="{5692337D-D03E-430A-A2B8-80707C75529A}" destId="{A31CD89C-6C74-4559-ABCA-FB4730777F92}" srcOrd="6" destOrd="0" presId="urn:microsoft.com/office/officeart/2005/8/layout/list1"/>
    <dgm:cxn modelId="{9CD7C7B0-6E3D-42C5-8A9F-601AE72C9B29}" type="presParOf" srcId="{5692337D-D03E-430A-A2B8-80707C75529A}" destId="{3011097D-B324-4157-80DB-3F0A8E82653F}" srcOrd="7" destOrd="0" presId="urn:microsoft.com/office/officeart/2005/8/layout/list1"/>
    <dgm:cxn modelId="{ECEB02DA-2B77-47EC-B000-B67B4FEB7914}" type="presParOf" srcId="{5692337D-D03E-430A-A2B8-80707C75529A}" destId="{44726614-98F9-47AF-8E7D-2A0B153A3E66}" srcOrd="8" destOrd="0" presId="urn:microsoft.com/office/officeart/2005/8/layout/list1"/>
    <dgm:cxn modelId="{E076FB70-F55D-4E20-9CF1-D2DF131BADB6}" type="presParOf" srcId="{44726614-98F9-47AF-8E7D-2A0B153A3E66}" destId="{330AF09E-6A49-4333-816D-26BE08387BBB}" srcOrd="0" destOrd="0" presId="urn:microsoft.com/office/officeart/2005/8/layout/list1"/>
    <dgm:cxn modelId="{0BC90ABA-C8EE-4229-92EB-82EECCEFAE09}" type="presParOf" srcId="{44726614-98F9-47AF-8E7D-2A0B153A3E66}" destId="{377010E2-EDC0-48DB-A2ED-6E1F15970B69}" srcOrd="1" destOrd="0" presId="urn:microsoft.com/office/officeart/2005/8/layout/list1"/>
    <dgm:cxn modelId="{80FB4A6C-49C8-47B7-8DA5-1962D12B6F5E}" type="presParOf" srcId="{5692337D-D03E-430A-A2B8-80707C75529A}" destId="{4C10C5FD-5528-4465-9355-59A6277C37A0}" srcOrd="9" destOrd="0" presId="urn:microsoft.com/office/officeart/2005/8/layout/list1"/>
    <dgm:cxn modelId="{CDBDDC90-8A35-4B21-A8E6-32120C7ADC56}" type="presParOf" srcId="{5692337D-D03E-430A-A2B8-80707C75529A}" destId="{91F0896A-5207-4D14-BCE3-0622AC7F6D7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0714B94-4213-4EF2-8B90-3ACC095B5D5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F259916-43DA-4AA1-A87C-6559A7386DF1}">
      <dgm:prSet phldrT="[Text]"/>
      <dgm:spPr>
        <a:solidFill>
          <a:schemeClr val="accent2"/>
        </a:solidFill>
      </dgm:spPr>
      <dgm:t>
        <a:bodyPr/>
        <a:lstStyle/>
        <a:p>
          <a:r>
            <a:rPr lang="en-IN" dirty="0"/>
            <a:t>Canda</a:t>
          </a:r>
        </a:p>
      </dgm:t>
    </dgm:pt>
    <dgm:pt modelId="{8EB578A5-EF1E-4115-B42B-9741F3FFDDAF}" type="parTrans" cxnId="{1B10182E-3A1B-4954-AE1A-9CFE3D4059A1}">
      <dgm:prSet/>
      <dgm:spPr/>
      <dgm:t>
        <a:bodyPr/>
        <a:lstStyle/>
        <a:p>
          <a:endParaRPr lang="en-IN"/>
        </a:p>
      </dgm:t>
    </dgm:pt>
    <dgm:pt modelId="{A9EB89BF-BC6C-4E22-B880-608CBDD2F7BA}" type="sibTrans" cxnId="{1B10182E-3A1B-4954-AE1A-9CFE3D4059A1}">
      <dgm:prSet/>
      <dgm:spPr/>
      <dgm:t>
        <a:bodyPr/>
        <a:lstStyle/>
        <a:p>
          <a:endParaRPr lang="en-IN"/>
        </a:p>
      </dgm:t>
    </dgm:pt>
    <dgm:pt modelId="{B2850961-1FBC-48BF-ADF9-558B0846C214}">
      <dgm:prSet phldrT="[Text]"/>
      <dgm:spPr>
        <a:solidFill>
          <a:srgbClr val="C00000"/>
        </a:solidFill>
      </dgm:spPr>
      <dgm:t>
        <a:bodyPr/>
        <a:lstStyle/>
        <a:p>
          <a:r>
            <a:rPr lang="en-IN" dirty="0"/>
            <a:t>France</a:t>
          </a:r>
        </a:p>
      </dgm:t>
    </dgm:pt>
    <dgm:pt modelId="{6A56FAEC-7372-4D4F-9F04-3A615C23705A}" type="parTrans" cxnId="{0E668E67-45C6-4AC2-82C8-5375595DB303}">
      <dgm:prSet/>
      <dgm:spPr/>
      <dgm:t>
        <a:bodyPr/>
        <a:lstStyle/>
        <a:p>
          <a:endParaRPr lang="en-IN"/>
        </a:p>
      </dgm:t>
    </dgm:pt>
    <dgm:pt modelId="{09618B35-D5A6-4550-860C-E9195E70AA04}" type="sibTrans" cxnId="{0E668E67-45C6-4AC2-82C8-5375595DB303}">
      <dgm:prSet/>
      <dgm:spPr/>
      <dgm:t>
        <a:bodyPr/>
        <a:lstStyle/>
        <a:p>
          <a:endParaRPr lang="en-IN"/>
        </a:p>
      </dgm:t>
    </dgm:pt>
    <dgm:pt modelId="{37A38BFE-C570-4735-8772-F196CC5EA770}">
      <dgm:prSet phldrT="[Text]"/>
      <dgm:spPr>
        <a:solidFill>
          <a:srgbClr val="00B050"/>
        </a:solidFill>
      </dgm:spPr>
      <dgm:t>
        <a:bodyPr/>
        <a:lstStyle/>
        <a:p>
          <a:r>
            <a:rPr lang="en-IN" dirty="0"/>
            <a:t>Australia</a:t>
          </a:r>
        </a:p>
      </dgm:t>
    </dgm:pt>
    <dgm:pt modelId="{2805DE6C-73CF-478D-A96F-FFF0BADEF86F}" type="parTrans" cxnId="{D6D21457-B66F-4C3B-98B1-5BB6C6414F70}">
      <dgm:prSet/>
      <dgm:spPr/>
      <dgm:t>
        <a:bodyPr/>
        <a:lstStyle/>
        <a:p>
          <a:endParaRPr lang="en-IN"/>
        </a:p>
      </dgm:t>
    </dgm:pt>
    <dgm:pt modelId="{495D5A7E-FC3C-43B9-A413-231D0F734080}" type="sibTrans" cxnId="{D6D21457-B66F-4C3B-98B1-5BB6C6414F70}">
      <dgm:prSet/>
      <dgm:spPr/>
      <dgm:t>
        <a:bodyPr/>
        <a:lstStyle/>
        <a:p>
          <a:endParaRPr lang="en-IN"/>
        </a:p>
      </dgm:t>
    </dgm:pt>
    <dgm:pt modelId="{5692337D-D03E-430A-A2B8-80707C75529A}" type="pres">
      <dgm:prSet presAssocID="{10714B94-4213-4EF2-8B90-3ACC095B5D59}" presName="linear" presStyleCnt="0">
        <dgm:presLayoutVars>
          <dgm:dir/>
          <dgm:animLvl val="lvl"/>
          <dgm:resizeHandles val="exact"/>
        </dgm:presLayoutVars>
      </dgm:prSet>
      <dgm:spPr/>
    </dgm:pt>
    <dgm:pt modelId="{098880E1-0264-49CC-B11F-A97AC1D92EB2}" type="pres">
      <dgm:prSet presAssocID="{BF259916-43DA-4AA1-A87C-6559A7386DF1}" presName="parentLin" presStyleCnt="0"/>
      <dgm:spPr/>
    </dgm:pt>
    <dgm:pt modelId="{05B4EF33-F7B3-45CB-BBA6-8B75B0DCF0B3}" type="pres">
      <dgm:prSet presAssocID="{BF259916-43DA-4AA1-A87C-6559A7386DF1}" presName="parentLeftMargin" presStyleLbl="node1" presStyleIdx="0" presStyleCnt="3"/>
      <dgm:spPr/>
    </dgm:pt>
    <dgm:pt modelId="{03F9B995-B0F5-47B2-887F-B4DD8F857AE1}" type="pres">
      <dgm:prSet presAssocID="{BF259916-43DA-4AA1-A87C-6559A7386DF1}" presName="parentText" presStyleLbl="node1" presStyleIdx="0" presStyleCnt="3" custLinFactNeighborX="-37888" custLinFactNeighborY="17987">
        <dgm:presLayoutVars>
          <dgm:chMax val="0"/>
          <dgm:bulletEnabled val="1"/>
        </dgm:presLayoutVars>
      </dgm:prSet>
      <dgm:spPr/>
    </dgm:pt>
    <dgm:pt modelId="{EDE3DAFB-41CC-40BF-89A7-FE9BCE366C77}" type="pres">
      <dgm:prSet presAssocID="{BF259916-43DA-4AA1-A87C-6559A7386DF1}" presName="negativeSpace" presStyleCnt="0"/>
      <dgm:spPr/>
    </dgm:pt>
    <dgm:pt modelId="{F3B8292F-8CAE-49A9-A424-BC50E499E5E9}" type="pres">
      <dgm:prSet presAssocID="{BF259916-43DA-4AA1-A87C-6559A7386DF1}" presName="childText" presStyleLbl="conFgAcc1" presStyleIdx="0" presStyleCnt="3" custLinFactNeighborX="0" custLinFactNeighborY="38269">
        <dgm:presLayoutVars>
          <dgm:bulletEnabled val="1"/>
        </dgm:presLayoutVars>
      </dgm:prSet>
      <dgm:spPr/>
    </dgm:pt>
    <dgm:pt modelId="{78EF8691-E00F-44AC-B8F5-45661CE1747C}" type="pres">
      <dgm:prSet presAssocID="{A9EB89BF-BC6C-4E22-B880-608CBDD2F7BA}" presName="spaceBetweenRectangles" presStyleCnt="0"/>
      <dgm:spPr/>
    </dgm:pt>
    <dgm:pt modelId="{9A766A9F-B2AF-4ECF-A805-8562F3BEAB1F}" type="pres">
      <dgm:prSet presAssocID="{B2850961-1FBC-48BF-ADF9-558B0846C214}" presName="parentLin" presStyleCnt="0"/>
      <dgm:spPr/>
    </dgm:pt>
    <dgm:pt modelId="{5C07A2A3-89DB-45DF-AA2F-022B891717C4}" type="pres">
      <dgm:prSet presAssocID="{B2850961-1FBC-48BF-ADF9-558B0846C214}" presName="parentLeftMargin" presStyleLbl="node1" presStyleIdx="0" presStyleCnt="3"/>
      <dgm:spPr/>
    </dgm:pt>
    <dgm:pt modelId="{82E04A64-8019-4519-8436-EBEA4D58F0BE}" type="pres">
      <dgm:prSet presAssocID="{B2850961-1FBC-48BF-ADF9-558B0846C214}" presName="parentText" presStyleLbl="node1" presStyleIdx="1" presStyleCnt="3" custLinFactNeighborX="-37888" custLinFactNeighborY="-305">
        <dgm:presLayoutVars>
          <dgm:chMax val="0"/>
          <dgm:bulletEnabled val="1"/>
        </dgm:presLayoutVars>
      </dgm:prSet>
      <dgm:spPr/>
    </dgm:pt>
    <dgm:pt modelId="{481AB478-40B9-481E-BFA6-07B77F6537DF}" type="pres">
      <dgm:prSet presAssocID="{B2850961-1FBC-48BF-ADF9-558B0846C214}" presName="negativeSpace" presStyleCnt="0"/>
      <dgm:spPr/>
    </dgm:pt>
    <dgm:pt modelId="{A31CD89C-6C74-4559-ABCA-FB4730777F92}" type="pres">
      <dgm:prSet presAssocID="{B2850961-1FBC-48BF-ADF9-558B0846C214}" presName="childText" presStyleLbl="conFgAcc1" presStyleIdx="1" presStyleCnt="3" custLinFactNeighborX="0" custLinFactNeighborY="-74077">
        <dgm:presLayoutVars>
          <dgm:bulletEnabled val="1"/>
        </dgm:presLayoutVars>
      </dgm:prSet>
      <dgm:spPr/>
    </dgm:pt>
    <dgm:pt modelId="{3011097D-B324-4157-80DB-3F0A8E82653F}" type="pres">
      <dgm:prSet presAssocID="{09618B35-D5A6-4550-860C-E9195E70AA04}" presName="spaceBetweenRectangles" presStyleCnt="0"/>
      <dgm:spPr/>
    </dgm:pt>
    <dgm:pt modelId="{44726614-98F9-47AF-8E7D-2A0B153A3E66}" type="pres">
      <dgm:prSet presAssocID="{37A38BFE-C570-4735-8772-F196CC5EA770}" presName="parentLin" presStyleCnt="0"/>
      <dgm:spPr/>
    </dgm:pt>
    <dgm:pt modelId="{330AF09E-6A49-4333-816D-26BE08387BBB}" type="pres">
      <dgm:prSet presAssocID="{37A38BFE-C570-4735-8772-F196CC5EA770}" presName="parentLeftMargin" presStyleLbl="node1" presStyleIdx="1" presStyleCnt="3"/>
      <dgm:spPr/>
    </dgm:pt>
    <dgm:pt modelId="{377010E2-EDC0-48DB-A2ED-6E1F15970B69}" type="pres">
      <dgm:prSet presAssocID="{37A38BFE-C570-4735-8772-F196CC5EA770}" presName="parentText" presStyleLbl="node1" presStyleIdx="2" presStyleCnt="3" custLinFactNeighborX="-37888" custLinFactNeighborY="-17581">
        <dgm:presLayoutVars>
          <dgm:chMax val="0"/>
          <dgm:bulletEnabled val="1"/>
        </dgm:presLayoutVars>
      </dgm:prSet>
      <dgm:spPr/>
    </dgm:pt>
    <dgm:pt modelId="{4C10C5FD-5528-4465-9355-59A6277C37A0}" type="pres">
      <dgm:prSet presAssocID="{37A38BFE-C570-4735-8772-F196CC5EA770}" presName="negativeSpace" presStyleCnt="0"/>
      <dgm:spPr/>
    </dgm:pt>
    <dgm:pt modelId="{91F0896A-5207-4D14-BCE3-0622AC7F6D79}" type="pres">
      <dgm:prSet presAssocID="{37A38BFE-C570-4735-8772-F196CC5EA770}" presName="childText" presStyleLbl="conFgAcc1" presStyleIdx="2" presStyleCnt="3" custLinFactNeighborX="0" custLinFactNeighborY="-73578">
        <dgm:presLayoutVars>
          <dgm:bulletEnabled val="1"/>
        </dgm:presLayoutVars>
      </dgm:prSet>
      <dgm:spPr/>
    </dgm:pt>
  </dgm:ptLst>
  <dgm:cxnLst>
    <dgm:cxn modelId="{40624100-78C4-4066-9421-DD7932DB7147}" type="presOf" srcId="{37A38BFE-C570-4735-8772-F196CC5EA770}" destId="{377010E2-EDC0-48DB-A2ED-6E1F15970B69}" srcOrd="1" destOrd="0" presId="urn:microsoft.com/office/officeart/2005/8/layout/list1"/>
    <dgm:cxn modelId="{2D54AA1B-4809-4125-BA1D-3EF3B9E63A69}" type="presOf" srcId="{BF259916-43DA-4AA1-A87C-6559A7386DF1}" destId="{05B4EF33-F7B3-45CB-BBA6-8B75B0DCF0B3}" srcOrd="0" destOrd="0" presId="urn:microsoft.com/office/officeart/2005/8/layout/list1"/>
    <dgm:cxn modelId="{BD43ED21-D87B-45FF-899D-BF46DA0BBC96}" type="presOf" srcId="{B2850961-1FBC-48BF-ADF9-558B0846C214}" destId="{82E04A64-8019-4519-8436-EBEA4D58F0BE}" srcOrd="1" destOrd="0" presId="urn:microsoft.com/office/officeart/2005/8/layout/list1"/>
    <dgm:cxn modelId="{1B10182E-3A1B-4954-AE1A-9CFE3D4059A1}" srcId="{10714B94-4213-4EF2-8B90-3ACC095B5D59}" destId="{BF259916-43DA-4AA1-A87C-6559A7386DF1}" srcOrd="0" destOrd="0" parTransId="{8EB578A5-EF1E-4115-B42B-9741F3FFDDAF}" sibTransId="{A9EB89BF-BC6C-4E22-B880-608CBDD2F7BA}"/>
    <dgm:cxn modelId="{0E668E67-45C6-4AC2-82C8-5375595DB303}" srcId="{10714B94-4213-4EF2-8B90-3ACC095B5D59}" destId="{B2850961-1FBC-48BF-ADF9-558B0846C214}" srcOrd="1" destOrd="0" parTransId="{6A56FAEC-7372-4D4F-9F04-3A615C23705A}" sibTransId="{09618B35-D5A6-4550-860C-E9195E70AA04}"/>
    <dgm:cxn modelId="{5E5B5670-35AB-4D5E-B900-D2C798D55FED}" type="presOf" srcId="{37A38BFE-C570-4735-8772-F196CC5EA770}" destId="{330AF09E-6A49-4333-816D-26BE08387BBB}" srcOrd="0" destOrd="0" presId="urn:microsoft.com/office/officeart/2005/8/layout/list1"/>
    <dgm:cxn modelId="{D6D21457-B66F-4C3B-98B1-5BB6C6414F70}" srcId="{10714B94-4213-4EF2-8B90-3ACC095B5D59}" destId="{37A38BFE-C570-4735-8772-F196CC5EA770}" srcOrd="2" destOrd="0" parTransId="{2805DE6C-73CF-478D-A96F-FFF0BADEF86F}" sibTransId="{495D5A7E-FC3C-43B9-A413-231D0F734080}"/>
    <dgm:cxn modelId="{A50054AC-5125-4493-9DE9-56BDA96AB48E}" type="presOf" srcId="{10714B94-4213-4EF2-8B90-3ACC095B5D59}" destId="{5692337D-D03E-430A-A2B8-80707C75529A}" srcOrd="0" destOrd="0" presId="urn:microsoft.com/office/officeart/2005/8/layout/list1"/>
    <dgm:cxn modelId="{33BED0C7-929E-4954-BD36-0BA2990B8C01}" type="presOf" srcId="{BF259916-43DA-4AA1-A87C-6559A7386DF1}" destId="{03F9B995-B0F5-47B2-887F-B4DD8F857AE1}" srcOrd="1" destOrd="0" presId="urn:microsoft.com/office/officeart/2005/8/layout/list1"/>
    <dgm:cxn modelId="{53ADF4FF-9974-47E2-92C8-373555C4F791}" type="presOf" srcId="{B2850961-1FBC-48BF-ADF9-558B0846C214}" destId="{5C07A2A3-89DB-45DF-AA2F-022B891717C4}" srcOrd="0" destOrd="0" presId="urn:microsoft.com/office/officeart/2005/8/layout/list1"/>
    <dgm:cxn modelId="{DCB856A0-C82B-4980-8AB4-2AF645997A95}" type="presParOf" srcId="{5692337D-D03E-430A-A2B8-80707C75529A}" destId="{098880E1-0264-49CC-B11F-A97AC1D92EB2}" srcOrd="0" destOrd="0" presId="urn:microsoft.com/office/officeart/2005/8/layout/list1"/>
    <dgm:cxn modelId="{16296DC6-0A68-4BAA-ACE1-229B1E9D1D97}" type="presParOf" srcId="{098880E1-0264-49CC-B11F-A97AC1D92EB2}" destId="{05B4EF33-F7B3-45CB-BBA6-8B75B0DCF0B3}" srcOrd="0" destOrd="0" presId="urn:microsoft.com/office/officeart/2005/8/layout/list1"/>
    <dgm:cxn modelId="{45307264-63AF-4405-865E-20E0C7D47F4E}" type="presParOf" srcId="{098880E1-0264-49CC-B11F-A97AC1D92EB2}" destId="{03F9B995-B0F5-47B2-887F-B4DD8F857AE1}" srcOrd="1" destOrd="0" presId="urn:microsoft.com/office/officeart/2005/8/layout/list1"/>
    <dgm:cxn modelId="{209DD9BD-BE11-41E7-BD2F-C312FEAF9E6E}" type="presParOf" srcId="{5692337D-D03E-430A-A2B8-80707C75529A}" destId="{EDE3DAFB-41CC-40BF-89A7-FE9BCE366C77}" srcOrd="1" destOrd="0" presId="urn:microsoft.com/office/officeart/2005/8/layout/list1"/>
    <dgm:cxn modelId="{3A8FF679-2EB4-4F0C-8E27-9DF7838B203B}" type="presParOf" srcId="{5692337D-D03E-430A-A2B8-80707C75529A}" destId="{F3B8292F-8CAE-49A9-A424-BC50E499E5E9}" srcOrd="2" destOrd="0" presId="urn:microsoft.com/office/officeart/2005/8/layout/list1"/>
    <dgm:cxn modelId="{F0FB65D1-5F07-4C80-B3B4-B50639C6B579}" type="presParOf" srcId="{5692337D-D03E-430A-A2B8-80707C75529A}" destId="{78EF8691-E00F-44AC-B8F5-45661CE1747C}" srcOrd="3" destOrd="0" presId="urn:microsoft.com/office/officeart/2005/8/layout/list1"/>
    <dgm:cxn modelId="{56DE5615-F87F-43E8-BCE1-6A6826AC7EEF}" type="presParOf" srcId="{5692337D-D03E-430A-A2B8-80707C75529A}" destId="{9A766A9F-B2AF-4ECF-A805-8562F3BEAB1F}" srcOrd="4" destOrd="0" presId="urn:microsoft.com/office/officeart/2005/8/layout/list1"/>
    <dgm:cxn modelId="{79A70A76-8262-40CE-A8CE-39F3DC362E14}" type="presParOf" srcId="{9A766A9F-B2AF-4ECF-A805-8562F3BEAB1F}" destId="{5C07A2A3-89DB-45DF-AA2F-022B891717C4}" srcOrd="0" destOrd="0" presId="urn:microsoft.com/office/officeart/2005/8/layout/list1"/>
    <dgm:cxn modelId="{8C49F805-31AE-41A0-B245-A8AF52398065}" type="presParOf" srcId="{9A766A9F-B2AF-4ECF-A805-8562F3BEAB1F}" destId="{82E04A64-8019-4519-8436-EBEA4D58F0BE}" srcOrd="1" destOrd="0" presId="urn:microsoft.com/office/officeart/2005/8/layout/list1"/>
    <dgm:cxn modelId="{C4E9C747-81DC-4807-8F87-5FA1D5AA67EA}" type="presParOf" srcId="{5692337D-D03E-430A-A2B8-80707C75529A}" destId="{481AB478-40B9-481E-BFA6-07B77F6537DF}" srcOrd="5" destOrd="0" presId="urn:microsoft.com/office/officeart/2005/8/layout/list1"/>
    <dgm:cxn modelId="{2D62FC82-C844-4D65-85FB-90BD0755A35A}" type="presParOf" srcId="{5692337D-D03E-430A-A2B8-80707C75529A}" destId="{A31CD89C-6C74-4559-ABCA-FB4730777F92}" srcOrd="6" destOrd="0" presId="urn:microsoft.com/office/officeart/2005/8/layout/list1"/>
    <dgm:cxn modelId="{9CD7C7B0-6E3D-42C5-8A9F-601AE72C9B29}" type="presParOf" srcId="{5692337D-D03E-430A-A2B8-80707C75529A}" destId="{3011097D-B324-4157-80DB-3F0A8E82653F}" srcOrd="7" destOrd="0" presId="urn:microsoft.com/office/officeart/2005/8/layout/list1"/>
    <dgm:cxn modelId="{ECEB02DA-2B77-47EC-B000-B67B4FEB7914}" type="presParOf" srcId="{5692337D-D03E-430A-A2B8-80707C75529A}" destId="{44726614-98F9-47AF-8E7D-2A0B153A3E66}" srcOrd="8" destOrd="0" presId="urn:microsoft.com/office/officeart/2005/8/layout/list1"/>
    <dgm:cxn modelId="{E076FB70-F55D-4E20-9CF1-D2DF131BADB6}" type="presParOf" srcId="{44726614-98F9-47AF-8E7D-2A0B153A3E66}" destId="{330AF09E-6A49-4333-816D-26BE08387BBB}" srcOrd="0" destOrd="0" presId="urn:microsoft.com/office/officeart/2005/8/layout/list1"/>
    <dgm:cxn modelId="{0BC90ABA-C8EE-4229-92EB-82EECCEFAE09}" type="presParOf" srcId="{44726614-98F9-47AF-8E7D-2A0B153A3E66}" destId="{377010E2-EDC0-48DB-A2ED-6E1F15970B69}" srcOrd="1" destOrd="0" presId="urn:microsoft.com/office/officeart/2005/8/layout/list1"/>
    <dgm:cxn modelId="{80FB4A6C-49C8-47B7-8DA5-1962D12B6F5E}" type="presParOf" srcId="{5692337D-D03E-430A-A2B8-80707C75529A}" destId="{4C10C5FD-5528-4465-9355-59A6277C37A0}" srcOrd="9" destOrd="0" presId="urn:microsoft.com/office/officeart/2005/8/layout/list1"/>
    <dgm:cxn modelId="{CDBDDC90-8A35-4B21-A8E6-32120C7ADC56}" type="presParOf" srcId="{5692337D-D03E-430A-A2B8-80707C75529A}" destId="{91F0896A-5207-4D14-BCE3-0622AC7F6D7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516A077-B037-406E-9F3C-4BDC0FBC3577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</dgm:pt>
    <dgm:pt modelId="{3F2B8085-7412-469C-BF3F-ADC4E97C5C44}">
      <dgm:prSet phldrT="[Text]" phldr="1"/>
      <dgm:spPr/>
      <dgm:t>
        <a:bodyPr/>
        <a:lstStyle/>
        <a:p>
          <a:endParaRPr lang="en-IN"/>
        </a:p>
      </dgm:t>
    </dgm:pt>
    <dgm:pt modelId="{FD235060-08CC-4CF3-B200-BC61E5674E31}" type="parTrans" cxnId="{F999B567-5ED4-4523-BCE9-374364C87285}">
      <dgm:prSet/>
      <dgm:spPr/>
      <dgm:t>
        <a:bodyPr/>
        <a:lstStyle/>
        <a:p>
          <a:endParaRPr lang="en-IN"/>
        </a:p>
      </dgm:t>
    </dgm:pt>
    <dgm:pt modelId="{9CF1281B-74F0-443A-91C3-356B7A53170F}" type="sibTrans" cxnId="{F999B567-5ED4-4523-BCE9-374364C87285}">
      <dgm:prSet/>
      <dgm:spPr/>
      <dgm:t>
        <a:bodyPr/>
        <a:lstStyle/>
        <a:p>
          <a:endParaRPr lang="en-IN"/>
        </a:p>
      </dgm:t>
    </dgm:pt>
    <dgm:pt modelId="{84FF961C-2DA7-4409-A004-F53C6F721247}">
      <dgm:prSet phldrT="[Text]" custT="1"/>
      <dgm:spPr>
        <a:effectLst>
          <a:outerShdw blurRad="50800" dist="50800" dir="5400000" algn="ctr" rotWithShape="0">
            <a:srgbClr val="000000">
              <a:alpha val="70000"/>
            </a:srgbClr>
          </a:outerShdw>
        </a:effectLst>
      </dgm:spPr>
      <dgm:t>
        <a:bodyPr/>
        <a:lstStyle/>
        <a:p>
          <a:r>
            <a:rPr lang="en-IN" sz="1900" dirty="0" err="1"/>
            <a:t>Comedies,dramas,international</a:t>
          </a:r>
          <a:r>
            <a:rPr lang="en-IN" sz="1900" dirty="0"/>
            <a:t> movies</a:t>
          </a:r>
        </a:p>
      </dgm:t>
    </dgm:pt>
    <dgm:pt modelId="{EDB188ED-9DC3-440C-89A1-4D22BACBDD57}" type="parTrans" cxnId="{41D74F13-7385-4D38-9F31-FD319E07405B}">
      <dgm:prSet/>
      <dgm:spPr/>
      <dgm:t>
        <a:bodyPr/>
        <a:lstStyle/>
        <a:p>
          <a:endParaRPr lang="en-IN"/>
        </a:p>
      </dgm:t>
    </dgm:pt>
    <dgm:pt modelId="{D904C335-D9BA-4F80-8699-EC0689C11635}" type="sibTrans" cxnId="{41D74F13-7385-4D38-9F31-FD319E07405B}">
      <dgm:prSet/>
      <dgm:spPr/>
      <dgm:t>
        <a:bodyPr/>
        <a:lstStyle/>
        <a:p>
          <a:endParaRPr lang="en-IN"/>
        </a:p>
      </dgm:t>
    </dgm:pt>
    <dgm:pt modelId="{2BF1B958-A106-4611-99A2-C5794AF6C50B}">
      <dgm:prSet phldrT="[Text]" custT="1"/>
      <dgm:spPr>
        <a:effectLst>
          <a:outerShdw blurRad="50800" dist="50800" dir="5400000" algn="ctr" rotWithShape="0">
            <a:srgbClr val="000000">
              <a:alpha val="70000"/>
            </a:srgbClr>
          </a:outerShdw>
        </a:effectLst>
      </dgm:spPr>
      <dgm:t>
        <a:bodyPr/>
        <a:lstStyle/>
        <a:p>
          <a:r>
            <a:rPr lang="en-IN" sz="1900" dirty="0"/>
            <a:t>Stand-up </a:t>
          </a:r>
          <a:r>
            <a:rPr lang="en-IN" sz="1900" dirty="0" err="1"/>
            <a:t>comdey</a:t>
          </a:r>
          <a:endParaRPr lang="en-IN" sz="1900" dirty="0"/>
        </a:p>
      </dgm:t>
    </dgm:pt>
    <dgm:pt modelId="{51F50D70-8CCA-4B50-8F0E-C47927C20CCE}" type="parTrans" cxnId="{707FDBE2-53BB-47B1-9CC9-B1AC023B7618}">
      <dgm:prSet/>
      <dgm:spPr/>
      <dgm:t>
        <a:bodyPr/>
        <a:lstStyle/>
        <a:p>
          <a:endParaRPr lang="en-IN"/>
        </a:p>
      </dgm:t>
    </dgm:pt>
    <dgm:pt modelId="{DEB1079C-5E3D-4A46-9E6C-AEEDEDE3AF9A}" type="sibTrans" cxnId="{707FDBE2-53BB-47B1-9CC9-B1AC023B7618}">
      <dgm:prSet/>
      <dgm:spPr/>
      <dgm:t>
        <a:bodyPr/>
        <a:lstStyle/>
        <a:p>
          <a:endParaRPr lang="en-IN"/>
        </a:p>
      </dgm:t>
    </dgm:pt>
    <dgm:pt modelId="{B79AB87C-0501-4519-A25E-1249C92B18CA}">
      <dgm:prSet phldrT="[Text]"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gm:spPr>
      <dgm:t>
        <a:bodyPr spcFirstLastPara="0" vert="horz" wrap="square" lIns="58420" tIns="58420" rIns="58420" bIns="58420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Dramas,independent,international</a:t>
          </a:r>
          <a:r>
            <a:rPr lang="en-IN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movies</a:t>
          </a:r>
        </a:p>
      </dgm:t>
    </dgm:pt>
    <dgm:pt modelId="{590E4124-FC25-4349-A51C-BF16D35FB2EB}" type="parTrans" cxnId="{C280C402-9430-47F2-9843-C21E3E28CEAA}">
      <dgm:prSet/>
      <dgm:spPr/>
      <dgm:t>
        <a:bodyPr/>
        <a:lstStyle/>
        <a:p>
          <a:endParaRPr lang="en-IN"/>
        </a:p>
      </dgm:t>
    </dgm:pt>
    <dgm:pt modelId="{2F30DA78-474D-4FCD-8425-D1B979F0C61C}" type="sibTrans" cxnId="{C280C402-9430-47F2-9843-C21E3E28CEAA}">
      <dgm:prSet/>
      <dgm:spPr/>
      <dgm:t>
        <a:bodyPr/>
        <a:lstStyle/>
        <a:p>
          <a:endParaRPr lang="en-IN"/>
        </a:p>
      </dgm:t>
    </dgm:pt>
    <dgm:pt modelId="{2CE5A55E-2603-4B33-A2CF-A4843E4E9F96}">
      <dgm:prSet phldrT="[Text]" custT="1"/>
      <dgm:spPr>
        <a:effectLst>
          <a:outerShdw blurRad="50800" dist="50800" dir="5400000" algn="ctr" rotWithShape="0">
            <a:srgbClr val="000000">
              <a:alpha val="70000"/>
            </a:srgbClr>
          </a:outerShdw>
        </a:effectLst>
      </dgm:spPr>
      <dgm:t>
        <a:bodyPr/>
        <a:lstStyle/>
        <a:p>
          <a:r>
            <a:rPr lang="en-IN" sz="1900" b="0" dirty="0"/>
            <a:t>Documentaries</a:t>
          </a:r>
        </a:p>
      </dgm:t>
    </dgm:pt>
    <dgm:pt modelId="{D94A50FF-07FC-4F8C-9BE1-732FABBCF535}" type="parTrans" cxnId="{6451323B-05E7-42E4-9507-FB0E8F35DBF6}">
      <dgm:prSet/>
      <dgm:spPr/>
      <dgm:t>
        <a:bodyPr/>
        <a:lstStyle/>
        <a:p>
          <a:endParaRPr lang="en-IN"/>
        </a:p>
      </dgm:t>
    </dgm:pt>
    <dgm:pt modelId="{BEB6D8E5-AFCC-4913-961D-828089F31793}" type="sibTrans" cxnId="{6451323B-05E7-42E4-9507-FB0E8F35DBF6}">
      <dgm:prSet/>
      <dgm:spPr/>
      <dgm:t>
        <a:bodyPr/>
        <a:lstStyle/>
        <a:p>
          <a:endParaRPr lang="en-IN"/>
        </a:p>
      </dgm:t>
    </dgm:pt>
    <dgm:pt modelId="{D8B33BD1-EFD8-4164-A945-2C1672BA6DF3}" type="pres">
      <dgm:prSet presAssocID="{7516A077-B037-406E-9F3C-4BDC0FBC3577}" presName="Name0" presStyleCnt="0">
        <dgm:presLayoutVars>
          <dgm:resizeHandles/>
        </dgm:presLayoutVars>
      </dgm:prSet>
      <dgm:spPr/>
    </dgm:pt>
    <dgm:pt modelId="{CAD04D89-A601-40EE-A0DB-86B579E37285}" type="pres">
      <dgm:prSet presAssocID="{3F2B8085-7412-469C-BF3F-ADC4E97C5C44}" presName="text" presStyleLbl="node1" presStyleIdx="0" presStyleCnt="5" custScaleX="937605" custLinFactY="524249" custLinFactNeighborY="600000">
        <dgm:presLayoutVars>
          <dgm:bulletEnabled val="1"/>
        </dgm:presLayoutVars>
      </dgm:prSet>
      <dgm:spPr/>
    </dgm:pt>
    <dgm:pt modelId="{A4456CE1-D73C-4AB5-A555-F8095E3B5342}" type="pres">
      <dgm:prSet presAssocID="{9CF1281B-74F0-443A-91C3-356B7A53170F}" presName="space" presStyleCnt="0"/>
      <dgm:spPr/>
    </dgm:pt>
    <dgm:pt modelId="{12620369-1691-49DA-AB5F-0DF4B783B648}" type="pres">
      <dgm:prSet presAssocID="{2CE5A55E-2603-4B33-A2CF-A4843E4E9F96}" presName="text" presStyleLbl="node1" presStyleIdx="1" presStyleCnt="5" custScaleX="937605" custLinFactY="-79549" custLinFactNeighborX="-4195" custLinFactNeighborY="-100000">
        <dgm:presLayoutVars>
          <dgm:bulletEnabled val="1"/>
        </dgm:presLayoutVars>
      </dgm:prSet>
      <dgm:spPr/>
    </dgm:pt>
    <dgm:pt modelId="{EFD9A278-2C41-4430-B4FC-45BAB15752EB}" type="pres">
      <dgm:prSet presAssocID="{BEB6D8E5-AFCC-4913-961D-828089F31793}" presName="space" presStyleCnt="0"/>
      <dgm:spPr/>
    </dgm:pt>
    <dgm:pt modelId="{9480F635-6B8D-48A6-84BE-8129BE235D5F}" type="pres">
      <dgm:prSet presAssocID="{B79AB87C-0501-4519-A25E-1249C92B18CA}" presName="text" presStyleLbl="node1" presStyleIdx="2" presStyleCnt="5" custScaleX="937605" custLinFactY="333961" custLinFactNeighborX="15732" custLinFactNeighborY="400000">
        <dgm:presLayoutVars>
          <dgm:bulletEnabled val="1"/>
        </dgm:presLayoutVars>
      </dgm:prSet>
      <dgm:spPr>
        <a:xfrm>
          <a:off x="0" y="1966894"/>
          <a:ext cx="5046133" cy="467798"/>
        </a:xfrm>
        <a:prstGeom prst="rect">
          <a:avLst/>
        </a:prstGeom>
      </dgm:spPr>
    </dgm:pt>
    <dgm:pt modelId="{5090DF53-55D6-45E5-AC9C-E9B5ACE704DC}" type="pres">
      <dgm:prSet presAssocID="{2F30DA78-474D-4FCD-8425-D1B979F0C61C}" presName="space" presStyleCnt="0"/>
      <dgm:spPr/>
    </dgm:pt>
    <dgm:pt modelId="{F711EAC5-C9E5-49FA-98E5-D935DF3E7BE6}" type="pres">
      <dgm:prSet presAssocID="{84FF961C-2DA7-4409-A004-F53C6F721247}" presName="text" presStyleLbl="node1" presStyleIdx="3" presStyleCnt="5" custScaleX="940741" custLinFactY="-31638" custLinFactNeighborX="-4209" custLinFactNeighborY="-100000">
        <dgm:presLayoutVars>
          <dgm:bulletEnabled val="1"/>
        </dgm:presLayoutVars>
      </dgm:prSet>
      <dgm:spPr/>
    </dgm:pt>
    <dgm:pt modelId="{44A4EC8D-EED3-44DB-94E9-35C97D950C42}" type="pres">
      <dgm:prSet presAssocID="{D904C335-D9BA-4F80-8699-EC0689C11635}" presName="space" presStyleCnt="0"/>
      <dgm:spPr/>
    </dgm:pt>
    <dgm:pt modelId="{A4C88DA3-9DBC-4713-BAE8-1550C5653126}" type="pres">
      <dgm:prSet presAssocID="{2BF1B958-A106-4611-99A2-C5794AF6C50B}" presName="text" presStyleLbl="node1" presStyleIdx="4" presStyleCnt="5" custScaleX="940741" custLinFactY="-259182" custLinFactNeighborX="2630" custLinFactNeighborY="-300000">
        <dgm:presLayoutVars>
          <dgm:bulletEnabled val="1"/>
        </dgm:presLayoutVars>
      </dgm:prSet>
      <dgm:spPr/>
    </dgm:pt>
  </dgm:ptLst>
  <dgm:cxnLst>
    <dgm:cxn modelId="{C280C402-9430-47F2-9843-C21E3E28CEAA}" srcId="{7516A077-B037-406E-9F3C-4BDC0FBC3577}" destId="{B79AB87C-0501-4519-A25E-1249C92B18CA}" srcOrd="2" destOrd="0" parTransId="{590E4124-FC25-4349-A51C-BF16D35FB2EB}" sibTransId="{2F30DA78-474D-4FCD-8425-D1B979F0C61C}"/>
    <dgm:cxn modelId="{41D74F13-7385-4D38-9F31-FD319E07405B}" srcId="{7516A077-B037-406E-9F3C-4BDC0FBC3577}" destId="{84FF961C-2DA7-4409-A004-F53C6F721247}" srcOrd="3" destOrd="0" parTransId="{EDB188ED-9DC3-440C-89A1-4D22BACBDD57}" sibTransId="{D904C335-D9BA-4F80-8699-EC0689C11635}"/>
    <dgm:cxn modelId="{6451323B-05E7-42E4-9507-FB0E8F35DBF6}" srcId="{7516A077-B037-406E-9F3C-4BDC0FBC3577}" destId="{2CE5A55E-2603-4B33-A2CF-A4843E4E9F96}" srcOrd="1" destOrd="0" parTransId="{D94A50FF-07FC-4F8C-9BE1-732FABBCF535}" sibTransId="{BEB6D8E5-AFCC-4913-961D-828089F31793}"/>
    <dgm:cxn modelId="{8EDC213F-3CC2-4F7F-A07A-D25B99825139}" type="presOf" srcId="{B79AB87C-0501-4519-A25E-1249C92B18CA}" destId="{9480F635-6B8D-48A6-84BE-8129BE235D5F}" srcOrd="0" destOrd="0" presId="urn:diagrams.loki3.com/VaryingWidthList"/>
    <dgm:cxn modelId="{F999B567-5ED4-4523-BCE9-374364C87285}" srcId="{7516A077-B037-406E-9F3C-4BDC0FBC3577}" destId="{3F2B8085-7412-469C-BF3F-ADC4E97C5C44}" srcOrd="0" destOrd="0" parTransId="{FD235060-08CC-4CF3-B200-BC61E5674E31}" sibTransId="{9CF1281B-74F0-443A-91C3-356B7A53170F}"/>
    <dgm:cxn modelId="{4DFCA47D-DA30-48CE-AA0B-CD3549EB5A96}" type="presOf" srcId="{2BF1B958-A106-4611-99A2-C5794AF6C50B}" destId="{A4C88DA3-9DBC-4713-BAE8-1550C5653126}" srcOrd="0" destOrd="0" presId="urn:diagrams.loki3.com/VaryingWidthList"/>
    <dgm:cxn modelId="{3E4C4382-EE45-4D29-961E-B82377062645}" type="presOf" srcId="{84FF961C-2DA7-4409-A004-F53C6F721247}" destId="{F711EAC5-C9E5-49FA-98E5-D935DF3E7BE6}" srcOrd="0" destOrd="0" presId="urn:diagrams.loki3.com/VaryingWidthList"/>
    <dgm:cxn modelId="{1C6DDCB3-6386-4704-9CE8-B875F6DC52F1}" type="presOf" srcId="{7516A077-B037-406E-9F3C-4BDC0FBC3577}" destId="{D8B33BD1-EFD8-4164-A945-2C1672BA6DF3}" srcOrd="0" destOrd="0" presId="urn:diagrams.loki3.com/VaryingWidthList"/>
    <dgm:cxn modelId="{634E90C7-552D-4F57-A53C-811051388A60}" type="presOf" srcId="{3F2B8085-7412-469C-BF3F-ADC4E97C5C44}" destId="{CAD04D89-A601-40EE-A0DB-86B579E37285}" srcOrd="0" destOrd="0" presId="urn:diagrams.loki3.com/VaryingWidthList"/>
    <dgm:cxn modelId="{707FDBE2-53BB-47B1-9CC9-B1AC023B7618}" srcId="{7516A077-B037-406E-9F3C-4BDC0FBC3577}" destId="{2BF1B958-A106-4611-99A2-C5794AF6C50B}" srcOrd="4" destOrd="0" parTransId="{51F50D70-8CCA-4B50-8F0E-C47927C20CCE}" sibTransId="{DEB1079C-5E3D-4A46-9E6C-AEEDEDE3AF9A}"/>
    <dgm:cxn modelId="{6EAE2BFE-26E5-460E-B423-56ADE875D683}" type="presOf" srcId="{2CE5A55E-2603-4B33-A2CF-A4843E4E9F96}" destId="{12620369-1691-49DA-AB5F-0DF4B783B648}" srcOrd="0" destOrd="0" presId="urn:diagrams.loki3.com/VaryingWidthList"/>
    <dgm:cxn modelId="{E4276733-3CC0-4E12-AE1A-7FA8B17DF319}" type="presParOf" srcId="{D8B33BD1-EFD8-4164-A945-2C1672BA6DF3}" destId="{CAD04D89-A601-40EE-A0DB-86B579E37285}" srcOrd="0" destOrd="0" presId="urn:diagrams.loki3.com/VaryingWidthList"/>
    <dgm:cxn modelId="{2E62123D-A281-425A-861E-C7F34CDBFA36}" type="presParOf" srcId="{D8B33BD1-EFD8-4164-A945-2C1672BA6DF3}" destId="{A4456CE1-D73C-4AB5-A555-F8095E3B5342}" srcOrd="1" destOrd="0" presId="urn:diagrams.loki3.com/VaryingWidthList"/>
    <dgm:cxn modelId="{27BDDF78-49A7-46E9-A76B-CD7F110EFBC0}" type="presParOf" srcId="{D8B33BD1-EFD8-4164-A945-2C1672BA6DF3}" destId="{12620369-1691-49DA-AB5F-0DF4B783B648}" srcOrd="2" destOrd="0" presId="urn:diagrams.loki3.com/VaryingWidthList"/>
    <dgm:cxn modelId="{521A7C7F-8FE0-494C-84F5-AC24C3E63110}" type="presParOf" srcId="{D8B33BD1-EFD8-4164-A945-2C1672BA6DF3}" destId="{EFD9A278-2C41-4430-B4FC-45BAB15752EB}" srcOrd="3" destOrd="0" presId="urn:diagrams.loki3.com/VaryingWidthList"/>
    <dgm:cxn modelId="{5A28D104-7506-4A14-BB07-5DE8C5EE1E64}" type="presParOf" srcId="{D8B33BD1-EFD8-4164-A945-2C1672BA6DF3}" destId="{9480F635-6B8D-48A6-84BE-8129BE235D5F}" srcOrd="4" destOrd="0" presId="urn:diagrams.loki3.com/VaryingWidthList"/>
    <dgm:cxn modelId="{462DCE92-3B68-4714-874E-6EF734011100}" type="presParOf" srcId="{D8B33BD1-EFD8-4164-A945-2C1672BA6DF3}" destId="{5090DF53-55D6-45E5-AC9C-E9B5ACE704DC}" srcOrd="5" destOrd="0" presId="urn:diagrams.loki3.com/VaryingWidthList"/>
    <dgm:cxn modelId="{DAA18B75-6912-4318-9948-42E6AB257230}" type="presParOf" srcId="{D8B33BD1-EFD8-4164-A945-2C1672BA6DF3}" destId="{F711EAC5-C9E5-49FA-98E5-D935DF3E7BE6}" srcOrd="6" destOrd="0" presId="urn:diagrams.loki3.com/VaryingWidthList"/>
    <dgm:cxn modelId="{6F6D0F5B-52D9-41ED-8CB2-139C57090137}" type="presParOf" srcId="{D8B33BD1-EFD8-4164-A945-2C1672BA6DF3}" destId="{44A4EC8D-EED3-44DB-94E9-35C97D950C42}" srcOrd="7" destOrd="0" presId="urn:diagrams.loki3.com/VaryingWidthList"/>
    <dgm:cxn modelId="{2EAFA565-F985-49C2-991B-32D286FB0ECB}" type="presParOf" srcId="{D8B33BD1-EFD8-4164-A945-2C1672BA6DF3}" destId="{A4C88DA3-9DBC-4713-BAE8-1550C5653126}" srcOrd="8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516A077-B037-406E-9F3C-4BDC0FBC3577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</dgm:pt>
    <dgm:pt modelId="{3F2B8085-7412-469C-BF3F-ADC4E97C5C44}">
      <dgm:prSet phldrT="[Text]" phldr="1"/>
      <dgm:spPr/>
      <dgm:t>
        <a:bodyPr/>
        <a:lstStyle/>
        <a:p>
          <a:endParaRPr lang="en-IN"/>
        </a:p>
      </dgm:t>
    </dgm:pt>
    <dgm:pt modelId="{FD235060-08CC-4CF3-B200-BC61E5674E31}" type="parTrans" cxnId="{F999B567-5ED4-4523-BCE9-374364C87285}">
      <dgm:prSet/>
      <dgm:spPr/>
      <dgm:t>
        <a:bodyPr/>
        <a:lstStyle/>
        <a:p>
          <a:endParaRPr lang="en-IN"/>
        </a:p>
      </dgm:t>
    </dgm:pt>
    <dgm:pt modelId="{9CF1281B-74F0-443A-91C3-356B7A53170F}" type="sibTrans" cxnId="{F999B567-5ED4-4523-BCE9-374364C87285}">
      <dgm:prSet/>
      <dgm:spPr/>
      <dgm:t>
        <a:bodyPr/>
        <a:lstStyle/>
        <a:p>
          <a:endParaRPr lang="en-IN"/>
        </a:p>
      </dgm:t>
    </dgm:pt>
    <dgm:pt modelId="{84FF961C-2DA7-4409-A004-F53C6F721247}">
      <dgm:prSet phldrT="[Text]"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gm:spPr>
      <dgm:t>
        <a:bodyPr spcFirstLastPara="0" vert="horz" wrap="square" lIns="58420" tIns="58420" rIns="58420" bIns="58420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Documentries,international</a:t>
          </a:r>
          <a:r>
            <a:rPr lang="en-IN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movies</a:t>
          </a:r>
        </a:p>
      </dgm:t>
    </dgm:pt>
    <dgm:pt modelId="{EDB188ED-9DC3-440C-89A1-4D22BACBDD57}" type="parTrans" cxnId="{41D74F13-7385-4D38-9F31-FD319E07405B}">
      <dgm:prSet/>
      <dgm:spPr/>
      <dgm:t>
        <a:bodyPr/>
        <a:lstStyle/>
        <a:p>
          <a:endParaRPr lang="en-IN"/>
        </a:p>
      </dgm:t>
    </dgm:pt>
    <dgm:pt modelId="{D904C335-D9BA-4F80-8699-EC0689C11635}" type="sibTrans" cxnId="{41D74F13-7385-4D38-9F31-FD319E07405B}">
      <dgm:prSet/>
      <dgm:spPr/>
      <dgm:t>
        <a:bodyPr/>
        <a:lstStyle/>
        <a:p>
          <a:endParaRPr lang="en-IN"/>
        </a:p>
      </dgm:t>
    </dgm:pt>
    <dgm:pt modelId="{2BF1B958-A106-4611-99A2-C5794AF6C50B}">
      <dgm:prSet phldrT="[Text]"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gm:spPr>
      <dgm:t>
        <a:bodyPr spcFirstLastPara="0" vert="horz" wrap="square" lIns="58420" tIns="58420" rIns="58420" bIns="58420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Children &amp; family </a:t>
          </a:r>
          <a:r>
            <a:rPr lang="en-IN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movies,comedies</a:t>
          </a:r>
          <a:endParaRPr lang="en-IN" sz="19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51F50D70-8CCA-4B50-8F0E-C47927C20CCE}" type="parTrans" cxnId="{707FDBE2-53BB-47B1-9CC9-B1AC023B7618}">
      <dgm:prSet/>
      <dgm:spPr/>
      <dgm:t>
        <a:bodyPr/>
        <a:lstStyle/>
        <a:p>
          <a:endParaRPr lang="en-IN"/>
        </a:p>
      </dgm:t>
    </dgm:pt>
    <dgm:pt modelId="{DEB1079C-5E3D-4A46-9E6C-AEEDEDE3AF9A}" type="sibTrans" cxnId="{707FDBE2-53BB-47B1-9CC9-B1AC023B7618}">
      <dgm:prSet/>
      <dgm:spPr/>
      <dgm:t>
        <a:bodyPr/>
        <a:lstStyle/>
        <a:p>
          <a:endParaRPr lang="en-IN"/>
        </a:p>
      </dgm:t>
    </dgm:pt>
    <dgm:pt modelId="{B79AB87C-0501-4519-A25E-1249C92B18CA}">
      <dgm:prSet phldrT="[Text]"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gm:spPr>
      <dgm:t>
        <a:bodyPr spcFirstLastPara="0" vert="horz" wrap="square" lIns="58420" tIns="58420" rIns="58420" bIns="58420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Dramas,international</a:t>
          </a:r>
          <a:r>
            <a:rPr lang="en-IN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en-IN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movies,romantic</a:t>
          </a:r>
          <a:r>
            <a:rPr lang="en-IN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movies</a:t>
          </a:r>
        </a:p>
      </dgm:t>
    </dgm:pt>
    <dgm:pt modelId="{590E4124-FC25-4349-A51C-BF16D35FB2EB}" type="parTrans" cxnId="{C280C402-9430-47F2-9843-C21E3E28CEAA}">
      <dgm:prSet/>
      <dgm:spPr/>
      <dgm:t>
        <a:bodyPr/>
        <a:lstStyle/>
        <a:p>
          <a:endParaRPr lang="en-IN"/>
        </a:p>
      </dgm:t>
    </dgm:pt>
    <dgm:pt modelId="{2F30DA78-474D-4FCD-8425-D1B979F0C61C}" type="sibTrans" cxnId="{C280C402-9430-47F2-9843-C21E3E28CEAA}">
      <dgm:prSet/>
      <dgm:spPr/>
      <dgm:t>
        <a:bodyPr/>
        <a:lstStyle/>
        <a:p>
          <a:endParaRPr lang="en-IN"/>
        </a:p>
      </dgm:t>
    </dgm:pt>
    <dgm:pt modelId="{2CE5A55E-2603-4B33-A2CF-A4843E4E9F96}">
      <dgm:prSet phldrT="[Text]"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gm:spPr>
      <dgm:t>
        <a:bodyPr spcFirstLastPara="0" vert="horz" wrap="square" lIns="58420" tIns="58420" rIns="58420" bIns="58420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Children &amp; family movies</a:t>
          </a:r>
        </a:p>
      </dgm:t>
    </dgm:pt>
    <dgm:pt modelId="{D94A50FF-07FC-4F8C-9BE1-732FABBCF535}" type="parTrans" cxnId="{6451323B-05E7-42E4-9507-FB0E8F35DBF6}">
      <dgm:prSet/>
      <dgm:spPr/>
      <dgm:t>
        <a:bodyPr/>
        <a:lstStyle/>
        <a:p>
          <a:endParaRPr lang="en-IN"/>
        </a:p>
      </dgm:t>
    </dgm:pt>
    <dgm:pt modelId="{BEB6D8E5-AFCC-4913-961D-828089F31793}" type="sibTrans" cxnId="{6451323B-05E7-42E4-9507-FB0E8F35DBF6}">
      <dgm:prSet/>
      <dgm:spPr/>
      <dgm:t>
        <a:bodyPr/>
        <a:lstStyle/>
        <a:p>
          <a:endParaRPr lang="en-IN"/>
        </a:p>
      </dgm:t>
    </dgm:pt>
    <dgm:pt modelId="{D8B33BD1-EFD8-4164-A945-2C1672BA6DF3}" type="pres">
      <dgm:prSet presAssocID="{7516A077-B037-406E-9F3C-4BDC0FBC3577}" presName="Name0" presStyleCnt="0">
        <dgm:presLayoutVars>
          <dgm:resizeHandles/>
        </dgm:presLayoutVars>
      </dgm:prSet>
      <dgm:spPr/>
    </dgm:pt>
    <dgm:pt modelId="{CAD04D89-A601-40EE-A0DB-86B579E37285}" type="pres">
      <dgm:prSet presAssocID="{3F2B8085-7412-469C-BF3F-ADC4E97C5C44}" presName="text" presStyleLbl="node1" presStyleIdx="0" presStyleCnt="5" custScaleX="937605" custLinFactY="524249" custLinFactNeighborY="600000">
        <dgm:presLayoutVars>
          <dgm:bulletEnabled val="1"/>
        </dgm:presLayoutVars>
      </dgm:prSet>
      <dgm:spPr/>
    </dgm:pt>
    <dgm:pt modelId="{A4456CE1-D73C-4AB5-A555-F8095E3B5342}" type="pres">
      <dgm:prSet presAssocID="{9CF1281B-74F0-443A-91C3-356B7A53170F}" presName="space" presStyleCnt="0"/>
      <dgm:spPr/>
    </dgm:pt>
    <dgm:pt modelId="{12620369-1691-49DA-AB5F-0DF4B783B648}" type="pres">
      <dgm:prSet presAssocID="{2CE5A55E-2603-4B33-A2CF-A4843E4E9F96}" presName="text" presStyleLbl="node1" presStyleIdx="1" presStyleCnt="5" custScaleX="937605" custLinFactY="-86378" custLinFactNeighborY="-100000">
        <dgm:presLayoutVars>
          <dgm:bulletEnabled val="1"/>
        </dgm:presLayoutVars>
      </dgm:prSet>
      <dgm:spPr>
        <a:xfrm>
          <a:off x="0" y="96739"/>
          <a:ext cx="5046133" cy="467798"/>
        </a:xfrm>
        <a:prstGeom prst="rect">
          <a:avLst/>
        </a:prstGeom>
      </dgm:spPr>
    </dgm:pt>
    <dgm:pt modelId="{EFD9A278-2C41-4430-B4FC-45BAB15752EB}" type="pres">
      <dgm:prSet presAssocID="{BEB6D8E5-AFCC-4913-961D-828089F31793}" presName="space" presStyleCnt="0"/>
      <dgm:spPr/>
    </dgm:pt>
    <dgm:pt modelId="{9480F635-6B8D-48A6-84BE-8129BE235D5F}" type="pres">
      <dgm:prSet presAssocID="{B79AB87C-0501-4519-A25E-1249C92B18CA}" presName="text" presStyleLbl="node1" presStyleIdx="2" presStyleCnt="5" custScaleX="937605" custLinFactY="333961" custLinFactNeighborX="15732" custLinFactNeighborY="400000">
        <dgm:presLayoutVars>
          <dgm:bulletEnabled val="1"/>
        </dgm:presLayoutVars>
      </dgm:prSet>
      <dgm:spPr>
        <a:xfrm>
          <a:off x="0" y="1967351"/>
          <a:ext cx="5046133" cy="467341"/>
        </a:xfrm>
        <a:prstGeom prst="rect">
          <a:avLst/>
        </a:prstGeom>
      </dgm:spPr>
    </dgm:pt>
    <dgm:pt modelId="{5090DF53-55D6-45E5-AC9C-E9B5ACE704DC}" type="pres">
      <dgm:prSet presAssocID="{2F30DA78-474D-4FCD-8425-D1B979F0C61C}" presName="space" presStyleCnt="0"/>
      <dgm:spPr/>
    </dgm:pt>
    <dgm:pt modelId="{F711EAC5-C9E5-49FA-98E5-D935DF3E7BE6}" type="pres">
      <dgm:prSet presAssocID="{84FF961C-2DA7-4409-A004-F53C6F721247}" presName="text" presStyleLbl="node1" presStyleIdx="3" presStyleCnt="5" custScaleX="940741" custLinFactY="-31638" custLinFactNeighborX="-4209" custLinFactNeighborY="-100000">
        <dgm:presLayoutVars>
          <dgm:bulletEnabled val="1"/>
        </dgm:presLayoutVars>
      </dgm:prSet>
      <dgm:spPr>
        <a:xfrm>
          <a:off x="0" y="1303159"/>
          <a:ext cx="5046133" cy="467341"/>
        </a:xfrm>
        <a:prstGeom prst="rect">
          <a:avLst/>
        </a:prstGeom>
      </dgm:spPr>
    </dgm:pt>
    <dgm:pt modelId="{44A4EC8D-EED3-44DB-94E9-35C97D950C42}" type="pres">
      <dgm:prSet presAssocID="{D904C335-D9BA-4F80-8699-EC0689C11635}" presName="space" presStyleCnt="0"/>
      <dgm:spPr/>
    </dgm:pt>
    <dgm:pt modelId="{A4C88DA3-9DBC-4713-BAE8-1550C5653126}" type="pres">
      <dgm:prSet presAssocID="{2BF1B958-A106-4611-99A2-C5794AF6C50B}" presName="text" presStyleLbl="node1" presStyleIdx="4" presStyleCnt="5" custScaleX="940741" custLinFactY="-252508" custLinFactNeighborY="-300000">
        <dgm:presLayoutVars>
          <dgm:bulletEnabled val="1"/>
        </dgm:presLayoutVars>
      </dgm:prSet>
      <dgm:spPr>
        <a:xfrm>
          <a:off x="0" y="714916"/>
          <a:ext cx="5046133" cy="467341"/>
        </a:xfrm>
        <a:prstGeom prst="rect">
          <a:avLst/>
        </a:prstGeom>
      </dgm:spPr>
    </dgm:pt>
  </dgm:ptLst>
  <dgm:cxnLst>
    <dgm:cxn modelId="{C280C402-9430-47F2-9843-C21E3E28CEAA}" srcId="{7516A077-B037-406E-9F3C-4BDC0FBC3577}" destId="{B79AB87C-0501-4519-A25E-1249C92B18CA}" srcOrd="2" destOrd="0" parTransId="{590E4124-FC25-4349-A51C-BF16D35FB2EB}" sibTransId="{2F30DA78-474D-4FCD-8425-D1B979F0C61C}"/>
    <dgm:cxn modelId="{41D74F13-7385-4D38-9F31-FD319E07405B}" srcId="{7516A077-B037-406E-9F3C-4BDC0FBC3577}" destId="{84FF961C-2DA7-4409-A004-F53C6F721247}" srcOrd="3" destOrd="0" parTransId="{EDB188ED-9DC3-440C-89A1-4D22BACBDD57}" sibTransId="{D904C335-D9BA-4F80-8699-EC0689C11635}"/>
    <dgm:cxn modelId="{6451323B-05E7-42E4-9507-FB0E8F35DBF6}" srcId="{7516A077-B037-406E-9F3C-4BDC0FBC3577}" destId="{2CE5A55E-2603-4B33-A2CF-A4843E4E9F96}" srcOrd="1" destOrd="0" parTransId="{D94A50FF-07FC-4F8C-9BE1-732FABBCF535}" sibTransId="{BEB6D8E5-AFCC-4913-961D-828089F31793}"/>
    <dgm:cxn modelId="{8EDC213F-3CC2-4F7F-A07A-D25B99825139}" type="presOf" srcId="{B79AB87C-0501-4519-A25E-1249C92B18CA}" destId="{9480F635-6B8D-48A6-84BE-8129BE235D5F}" srcOrd="0" destOrd="0" presId="urn:diagrams.loki3.com/VaryingWidthList"/>
    <dgm:cxn modelId="{F999B567-5ED4-4523-BCE9-374364C87285}" srcId="{7516A077-B037-406E-9F3C-4BDC0FBC3577}" destId="{3F2B8085-7412-469C-BF3F-ADC4E97C5C44}" srcOrd="0" destOrd="0" parTransId="{FD235060-08CC-4CF3-B200-BC61E5674E31}" sibTransId="{9CF1281B-74F0-443A-91C3-356B7A53170F}"/>
    <dgm:cxn modelId="{4DFCA47D-DA30-48CE-AA0B-CD3549EB5A96}" type="presOf" srcId="{2BF1B958-A106-4611-99A2-C5794AF6C50B}" destId="{A4C88DA3-9DBC-4713-BAE8-1550C5653126}" srcOrd="0" destOrd="0" presId="urn:diagrams.loki3.com/VaryingWidthList"/>
    <dgm:cxn modelId="{3E4C4382-EE45-4D29-961E-B82377062645}" type="presOf" srcId="{84FF961C-2DA7-4409-A004-F53C6F721247}" destId="{F711EAC5-C9E5-49FA-98E5-D935DF3E7BE6}" srcOrd="0" destOrd="0" presId="urn:diagrams.loki3.com/VaryingWidthList"/>
    <dgm:cxn modelId="{1C6DDCB3-6386-4704-9CE8-B875F6DC52F1}" type="presOf" srcId="{7516A077-B037-406E-9F3C-4BDC0FBC3577}" destId="{D8B33BD1-EFD8-4164-A945-2C1672BA6DF3}" srcOrd="0" destOrd="0" presId="urn:diagrams.loki3.com/VaryingWidthList"/>
    <dgm:cxn modelId="{634E90C7-552D-4F57-A53C-811051388A60}" type="presOf" srcId="{3F2B8085-7412-469C-BF3F-ADC4E97C5C44}" destId="{CAD04D89-A601-40EE-A0DB-86B579E37285}" srcOrd="0" destOrd="0" presId="urn:diagrams.loki3.com/VaryingWidthList"/>
    <dgm:cxn modelId="{707FDBE2-53BB-47B1-9CC9-B1AC023B7618}" srcId="{7516A077-B037-406E-9F3C-4BDC0FBC3577}" destId="{2BF1B958-A106-4611-99A2-C5794AF6C50B}" srcOrd="4" destOrd="0" parTransId="{51F50D70-8CCA-4B50-8F0E-C47927C20CCE}" sibTransId="{DEB1079C-5E3D-4A46-9E6C-AEEDEDE3AF9A}"/>
    <dgm:cxn modelId="{6EAE2BFE-26E5-460E-B423-56ADE875D683}" type="presOf" srcId="{2CE5A55E-2603-4B33-A2CF-A4843E4E9F96}" destId="{12620369-1691-49DA-AB5F-0DF4B783B648}" srcOrd="0" destOrd="0" presId="urn:diagrams.loki3.com/VaryingWidthList"/>
    <dgm:cxn modelId="{E4276733-3CC0-4E12-AE1A-7FA8B17DF319}" type="presParOf" srcId="{D8B33BD1-EFD8-4164-A945-2C1672BA6DF3}" destId="{CAD04D89-A601-40EE-A0DB-86B579E37285}" srcOrd="0" destOrd="0" presId="urn:diagrams.loki3.com/VaryingWidthList"/>
    <dgm:cxn modelId="{2E62123D-A281-425A-861E-C7F34CDBFA36}" type="presParOf" srcId="{D8B33BD1-EFD8-4164-A945-2C1672BA6DF3}" destId="{A4456CE1-D73C-4AB5-A555-F8095E3B5342}" srcOrd="1" destOrd="0" presId="urn:diagrams.loki3.com/VaryingWidthList"/>
    <dgm:cxn modelId="{27BDDF78-49A7-46E9-A76B-CD7F110EFBC0}" type="presParOf" srcId="{D8B33BD1-EFD8-4164-A945-2C1672BA6DF3}" destId="{12620369-1691-49DA-AB5F-0DF4B783B648}" srcOrd="2" destOrd="0" presId="urn:diagrams.loki3.com/VaryingWidthList"/>
    <dgm:cxn modelId="{521A7C7F-8FE0-494C-84F5-AC24C3E63110}" type="presParOf" srcId="{D8B33BD1-EFD8-4164-A945-2C1672BA6DF3}" destId="{EFD9A278-2C41-4430-B4FC-45BAB15752EB}" srcOrd="3" destOrd="0" presId="urn:diagrams.loki3.com/VaryingWidthList"/>
    <dgm:cxn modelId="{5A28D104-7506-4A14-BB07-5DE8C5EE1E64}" type="presParOf" srcId="{D8B33BD1-EFD8-4164-A945-2C1672BA6DF3}" destId="{9480F635-6B8D-48A6-84BE-8129BE235D5F}" srcOrd="4" destOrd="0" presId="urn:diagrams.loki3.com/VaryingWidthList"/>
    <dgm:cxn modelId="{462DCE92-3B68-4714-874E-6EF734011100}" type="presParOf" srcId="{D8B33BD1-EFD8-4164-A945-2C1672BA6DF3}" destId="{5090DF53-55D6-45E5-AC9C-E9B5ACE704DC}" srcOrd="5" destOrd="0" presId="urn:diagrams.loki3.com/VaryingWidthList"/>
    <dgm:cxn modelId="{DAA18B75-6912-4318-9948-42E6AB257230}" type="presParOf" srcId="{D8B33BD1-EFD8-4164-A945-2C1672BA6DF3}" destId="{F711EAC5-C9E5-49FA-98E5-D935DF3E7BE6}" srcOrd="6" destOrd="0" presId="urn:diagrams.loki3.com/VaryingWidthList"/>
    <dgm:cxn modelId="{6F6D0F5B-52D9-41ED-8CB2-139C57090137}" type="presParOf" srcId="{D8B33BD1-EFD8-4164-A945-2C1672BA6DF3}" destId="{44A4EC8D-EED3-44DB-94E9-35C97D950C42}" srcOrd="7" destOrd="0" presId="urn:diagrams.loki3.com/VaryingWidthList"/>
    <dgm:cxn modelId="{2EAFA565-F985-49C2-991B-32D286FB0ECB}" type="presParOf" srcId="{D8B33BD1-EFD8-4164-A945-2C1672BA6DF3}" destId="{A4C88DA3-9DBC-4713-BAE8-1550C5653126}" srcOrd="8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516A077-B037-406E-9F3C-4BDC0FBC3577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</dgm:pt>
    <dgm:pt modelId="{3F2B8085-7412-469C-BF3F-ADC4E97C5C44}">
      <dgm:prSet phldrT="[Text]" phldr="1"/>
      <dgm:spPr/>
      <dgm:t>
        <a:bodyPr/>
        <a:lstStyle/>
        <a:p>
          <a:endParaRPr lang="en-IN"/>
        </a:p>
      </dgm:t>
    </dgm:pt>
    <dgm:pt modelId="{FD235060-08CC-4CF3-B200-BC61E5674E31}" type="parTrans" cxnId="{F999B567-5ED4-4523-BCE9-374364C87285}">
      <dgm:prSet/>
      <dgm:spPr/>
      <dgm:t>
        <a:bodyPr/>
        <a:lstStyle/>
        <a:p>
          <a:endParaRPr lang="en-IN"/>
        </a:p>
      </dgm:t>
    </dgm:pt>
    <dgm:pt modelId="{9CF1281B-74F0-443A-91C3-356B7A53170F}" type="sibTrans" cxnId="{F999B567-5ED4-4523-BCE9-374364C87285}">
      <dgm:prSet/>
      <dgm:spPr/>
      <dgm:t>
        <a:bodyPr/>
        <a:lstStyle/>
        <a:p>
          <a:endParaRPr lang="en-IN"/>
        </a:p>
      </dgm:t>
    </dgm:pt>
    <dgm:pt modelId="{84FF961C-2DA7-4409-A004-F53C6F721247}">
      <dgm:prSet phldrT="[Text]"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gm:spPr>
      <dgm:t>
        <a:bodyPr spcFirstLastPara="0" vert="horz" wrap="square" lIns="58420" tIns="58420" rIns="58420" bIns="58420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Anime </a:t>
          </a:r>
          <a:r>
            <a:rPr lang="en-US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Serirs,international</a:t>
          </a: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TV shows</a:t>
          </a:r>
          <a:endParaRPr lang="en-IN" sz="19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EDB188ED-9DC3-440C-89A1-4D22BACBDD57}" type="parTrans" cxnId="{41D74F13-7385-4D38-9F31-FD319E07405B}">
      <dgm:prSet/>
      <dgm:spPr/>
      <dgm:t>
        <a:bodyPr/>
        <a:lstStyle/>
        <a:p>
          <a:endParaRPr lang="en-IN"/>
        </a:p>
      </dgm:t>
    </dgm:pt>
    <dgm:pt modelId="{D904C335-D9BA-4F80-8699-EC0689C11635}" type="sibTrans" cxnId="{41D74F13-7385-4D38-9F31-FD319E07405B}">
      <dgm:prSet/>
      <dgm:spPr/>
      <dgm:t>
        <a:bodyPr/>
        <a:lstStyle/>
        <a:p>
          <a:endParaRPr lang="en-IN"/>
        </a:p>
      </dgm:t>
    </dgm:pt>
    <dgm:pt modelId="{2BF1B958-A106-4611-99A2-C5794AF6C50B}">
      <dgm:prSet phldrT="[Text]"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gm:spPr>
      <dgm:t>
        <a:bodyPr spcFirstLastPara="0" vert="horz" wrap="square" lIns="58420" tIns="58420" rIns="58420" bIns="58420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International TV </a:t>
          </a:r>
          <a:r>
            <a:rPr lang="en-US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shows,Romatic</a:t>
          </a: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en-US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TVshows,TVdramas</a:t>
          </a:r>
          <a:endParaRPr lang="en-IN" sz="19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51F50D70-8CCA-4B50-8F0E-C47927C20CCE}" type="parTrans" cxnId="{707FDBE2-53BB-47B1-9CC9-B1AC023B7618}">
      <dgm:prSet/>
      <dgm:spPr/>
      <dgm:t>
        <a:bodyPr/>
        <a:lstStyle/>
        <a:p>
          <a:endParaRPr lang="en-IN"/>
        </a:p>
      </dgm:t>
    </dgm:pt>
    <dgm:pt modelId="{DEB1079C-5E3D-4A46-9E6C-AEEDEDE3AF9A}" type="sibTrans" cxnId="{707FDBE2-53BB-47B1-9CC9-B1AC023B7618}">
      <dgm:prSet/>
      <dgm:spPr/>
      <dgm:t>
        <a:bodyPr/>
        <a:lstStyle/>
        <a:p>
          <a:endParaRPr lang="en-IN"/>
        </a:p>
      </dgm:t>
    </dgm:pt>
    <dgm:pt modelId="{B79AB87C-0501-4519-A25E-1249C92B18CA}">
      <dgm:prSet phldrT="[Text]"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gm:spPr>
      <dgm:t>
        <a:bodyPr spcFirstLastPara="0" vert="horz" wrap="square" lIns="58420" tIns="58420" rIns="58420" bIns="58420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Docuseries</a:t>
          </a:r>
          <a:endParaRPr lang="en-IN" sz="19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590E4124-FC25-4349-A51C-BF16D35FB2EB}" type="parTrans" cxnId="{C280C402-9430-47F2-9843-C21E3E28CEAA}">
      <dgm:prSet/>
      <dgm:spPr/>
      <dgm:t>
        <a:bodyPr/>
        <a:lstStyle/>
        <a:p>
          <a:endParaRPr lang="en-IN"/>
        </a:p>
      </dgm:t>
    </dgm:pt>
    <dgm:pt modelId="{2F30DA78-474D-4FCD-8425-D1B979F0C61C}" type="sibTrans" cxnId="{C280C402-9430-47F2-9843-C21E3E28CEAA}">
      <dgm:prSet/>
      <dgm:spPr/>
      <dgm:t>
        <a:bodyPr/>
        <a:lstStyle/>
        <a:p>
          <a:endParaRPr lang="en-IN"/>
        </a:p>
      </dgm:t>
    </dgm:pt>
    <dgm:pt modelId="{2CE5A55E-2603-4B33-A2CF-A4843E4E9F96}">
      <dgm:prSet phldrT="[Text]"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gm:spPr>
      <dgm:t>
        <a:bodyPr spcFirstLastPara="0" vert="horz" wrap="square" lIns="58420" tIns="58420" rIns="58420" bIns="58420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Internatinal</a:t>
          </a: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TV </a:t>
          </a:r>
          <a:r>
            <a:rPr lang="en-US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shows,romantic</a:t>
          </a: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TV </a:t>
          </a:r>
          <a:r>
            <a:rPr lang="en-US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shows,TV</a:t>
          </a: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comedies</a:t>
          </a:r>
          <a:endParaRPr lang="en-IN" sz="19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D94A50FF-07FC-4F8C-9BE1-732FABBCF535}" type="parTrans" cxnId="{6451323B-05E7-42E4-9507-FB0E8F35DBF6}">
      <dgm:prSet/>
      <dgm:spPr/>
      <dgm:t>
        <a:bodyPr/>
        <a:lstStyle/>
        <a:p>
          <a:endParaRPr lang="en-IN"/>
        </a:p>
      </dgm:t>
    </dgm:pt>
    <dgm:pt modelId="{BEB6D8E5-AFCC-4913-961D-828089F31793}" type="sibTrans" cxnId="{6451323B-05E7-42E4-9507-FB0E8F35DBF6}">
      <dgm:prSet/>
      <dgm:spPr/>
      <dgm:t>
        <a:bodyPr/>
        <a:lstStyle/>
        <a:p>
          <a:endParaRPr lang="en-IN"/>
        </a:p>
      </dgm:t>
    </dgm:pt>
    <dgm:pt modelId="{D8B33BD1-EFD8-4164-A945-2C1672BA6DF3}" type="pres">
      <dgm:prSet presAssocID="{7516A077-B037-406E-9F3C-4BDC0FBC3577}" presName="Name0" presStyleCnt="0">
        <dgm:presLayoutVars>
          <dgm:resizeHandles/>
        </dgm:presLayoutVars>
      </dgm:prSet>
      <dgm:spPr/>
    </dgm:pt>
    <dgm:pt modelId="{CAD04D89-A601-40EE-A0DB-86B579E37285}" type="pres">
      <dgm:prSet presAssocID="{3F2B8085-7412-469C-BF3F-ADC4E97C5C44}" presName="text" presStyleLbl="node1" presStyleIdx="0" presStyleCnt="5" custScaleX="937605" custLinFactY="524249" custLinFactNeighborY="600000">
        <dgm:presLayoutVars>
          <dgm:bulletEnabled val="1"/>
        </dgm:presLayoutVars>
      </dgm:prSet>
      <dgm:spPr/>
    </dgm:pt>
    <dgm:pt modelId="{A4456CE1-D73C-4AB5-A555-F8095E3B5342}" type="pres">
      <dgm:prSet presAssocID="{9CF1281B-74F0-443A-91C3-356B7A53170F}" presName="space" presStyleCnt="0"/>
      <dgm:spPr/>
    </dgm:pt>
    <dgm:pt modelId="{12620369-1691-49DA-AB5F-0DF4B783B648}" type="pres">
      <dgm:prSet presAssocID="{2CE5A55E-2603-4B33-A2CF-A4843E4E9F96}" presName="text" presStyleLbl="node1" presStyleIdx="1" presStyleCnt="5" custScaleX="937605" custLinFactY="-89980" custLinFactNeighborX="0" custLinFactNeighborY="-100000">
        <dgm:presLayoutVars>
          <dgm:bulletEnabled val="1"/>
        </dgm:presLayoutVars>
      </dgm:prSet>
      <dgm:spPr>
        <a:xfrm>
          <a:off x="0" y="96739"/>
          <a:ext cx="5046133" cy="467798"/>
        </a:xfrm>
        <a:prstGeom prst="rect">
          <a:avLst/>
        </a:prstGeom>
      </dgm:spPr>
    </dgm:pt>
    <dgm:pt modelId="{EFD9A278-2C41-4430-B4FC-45BAB15752EB}" type="pres">
      <dgm:prSet presAssocID="{BEB6D8E5-AFCC-4913-961D-828089F31793}" presName="space" presStyleCnt="0"/>
      <dgm:spPr/>
    </dgm:pt>
    <dgm:pt modelId="{9480F635-6B8D-48A6-84BE-8129BE235D5F}" type="pres">
      <dgm:prSet presAssocID="{B79AB87C-0501-4519-A25E-1249C92B18CA}" presName="text" presStyleLbl="node1" presStyleIdx="2" presStyleCnt="5" custScaleX="937605" custLinFactY="191397" custLinFactNeighborX="0" custLinFactNeighborY="200000">
        <dgm:presLayoutVars>
          <dgm:bulletEnabled val="1"/>
        </dgm:presLayoutVars>
      </dgm:prSet>
      <dgm:spPr>
        <a:xfrm>
          <a:off x="0" y="1967351"/>
          <a:ext cx="5046133" cy="467341"/>
        </a:xfrm>
        <a:prstGeom prst="rect">
          <a:avLst/>
        </a:prstGeom>
      </dgm:spPr>
    </dgm:pt>
    <dgm:pt modelId="{5090DF53-55D6-45E5-AC9C-E9B5ACE704DC}" type="pres">
      <dgm:prSet presAssocID="{2F30DA78-474D-4FCD-8425-D1B979F0C61C}" presName="space" presStyleCnt="0"/>
      <dgm:spPr/>
    </dgm:pt>
    <dgm:pt modelId="{F711EAC5-C9E5-49FA-98E5-D935DF3E7BE6}" type="pres">
      <dgm:prSet presAssocID="{84FF961C-2DA7-4409-A004-F53C6F721247}" presName="text" presStyleLbl="node1" presStyleIdx="3" presStyleCnt="5" custScaleX="940741" custLinFactY="-31638" custLinFactNeighborX="-4209" custLinFactNeighborY="-100000">
        <dgm:presLayoutVars>
          <dgm:bulletEnabled val="1"/>
        </dgm:presLayoutVars>
      </dgm:prSet>
      <dgm:spPr>
        <a:xfrm>
          <a:off x="0" y="1303159"/>
          <a:ext cx="5046133" cy="467341"/>
        </a:xfrm>
        <a:prstGeom prst="rect">
          <a:avLst/>
        </a:prstGeom>
      </dgm:spPr>
    </dgm:pt>
    <dgm:pt modelId="{44A4EC8D-EED3-44DB-94E9-35C97D950C42}" type="pres">
      <dgm:prSet presAssocID="{D904C335-D9BA-4F80-8699-EC0689C11635}" presName="space" presStyleCnt="0"/>
      <dgm:spPr/>
    </dgm:pt>
    <dgm:pt modelId="{A4C88DA3-9DBC-4713-BAE8-1550C5653126}" type="pres">
      <dgm:prSet presAssocID="{2BF1B958-A106-4611-99A2-C5794AF6C50B}" presName="text" presStyleLbl="node1" presStyleIdx="4" presStyleCnt="5" custScaleX="940741" custLinFactY="-262135" custLinFactNeighborX="0" custLinFactNeighborY="-300000">
        <dgm:presLayoutVars>
          <dgm:bulletEnabled val="1"/>
        </dgm:presLayoutVars>
      </dgm:prSet>
      <dgm:spPr>
        <a:xfrm>
          <a:off x="0" y="714916"/>
          <a:ext cx="5046133" cy="467341"/>
        </a:xfrm>
        <a:prstGeom prst="rect">
          <a:avLst/>
        </a:prstGeom>
      </dgm:spPr>
    </dgm:pt>
  </dgm:ptLst>
  <dgm:cxnLst>
    <dgm:cxn modelId="{C280C402-9430-47F2-9843-C21E3E28CEAA}" srcId="{7516A077-B037-406E-9F3C-4BDC0FBC3577}" destId="{B79AB87C-0501-4519-A25E-1249C92B18CA}" srcOrd="2" destOrd="0" parTransId="{590E4124-FC25-4349-A51C-BF16D35FB2EB}" sibTransId="{2F30DA78-474D-4FCD-8425-D1B979F0C61C}"/>
    <dgm:cxn modelId="{41D74F13-7385-4D38-9F31-FD319E07405B}" srcId="{7516A077-B037-406E-9F3C-4BDC0FBC3577}" destId="{84FF961C-2DA7-4409-A004-F53C6F721247}" srcOrd="3" destOrd="0" parTransId="{EDB188ED-9DC3-440C-89A1-4D22BACBDD57}" sibTransId="{D904C335-D9BA-4F80-8699-EC0689C11635}"/>
    <dgm:cxn modelId="{6451323B-05E7-42E4-9507-FB0E8F35DBF6}" srcId="{7516A077-B037-406E-9F3C-4BDC0FBC3577}" destId="{2CE5A55E-2603-4B33-A2CF-A4843E4E9F96}" srcOrd="1" destOrd="0" parTransId="{D94A50FF-07FC-4F8C-9BE1-732FABBCF535}" sibTransId="{BEB6D8E5-AFCC-4913-961D-828089F31793}"/>
    <dgm:cxn modelId="{8EDC213F-3CC2-4F7F-A07A-D25B99825139}" type="presOf" srcId="{B79AB87C-0501-4519-A25E-1249C92B18CA}" destId="{9480F635-6B8D-48A6-84BE-8129BE235D5F}" srcOrd="0" destOrd="0" presId="urn:diagrams.loki3.com/VaryingWidthList"/>
    <dgm:cxn modelId="{F999B567-5ED4-4523-BCE9-374364C87285}" srcId="{7516A077-B037-406E-9F3C-4BDC0FBC3577}" destId="{3F2B8085-7412-469C-BF3F-ADC4E97C5C44}" srcOrd="0" destOrd="0" parTransId="{FD235060-08CC-4CF3-B200-BC61E5674E31}" sibTransId="{9CF1281B-74F0-443A-91C3-356B7A53170F}"/>
    <dgm:cxn modelId="{4DFCA47D-DA30-48CE-AA0B-CD3549EB5A96}" type="presOf" srcId="{2BF1B958-A106-4611-99A2-C5794AF6C50B}" destId="{A4C88DA3-9DBC-4713-BAE8-1550C5653126}" srcOrd="0" destOrd="0" presId="urn:diagrams.loki3.com/VaryingWidthList"/>
    <dgm:cxn modelId="{3E4C4382-EE45-4D29-961E-B82377062645}" type="presOf" srcId="{84FF961C-2DA7-4409-A004-F53C6F721247}" destId="{F711EAC5-C9E5-49FA-98E5-D935DF3E7BE6}" srcOrd="0" destOrd="0" presId="urn:diagrams.loki3.com/VaryingWidthList"/>
    <dgm:cxn modelId="{1C6DDCB3-6386-4704-9CE8-B875F6DC52F1}" type="presOf" srcId="{7516A077-B037-406E-9F3C-4BDC0FBC3577}" destId="{D8B33BD1-EFD8-4164-A945-2C1672BA6DF3}" srcOrd="0" destOrd="0" presId="urn:diagrams.loki3.com/VaryingWidthList"/>
    <dgm:cxn modelId="{634E90C7-552D-4F57-A53C-811051388A60}" type="presOf" srcId="{3F2B8085-7412-469C-BF3F-ADC4E97C5C44}" destId="{CAD04D89-A601-40EE-A0DB-86B579E37285}" srcOrd="0" destOrd="0" presId="urn:diagrams.loki3.com/VaryingWidthList"/>
    <dgm:cxn modelId="{707FDBE2-53BB-47B1-9CC9-B1AC023B7618}" srcId="{7516A077-B037-406E-9F3C-4BDC0FBC3577}" destId="{2BF1B958-A106-4611-99A2-C5794AF6C50B}" srcOrd="4" destOrd="0" parTransId="{51F50D70-8CCA-4B50-8F0E-C47927C20CCE}" sibTransId="{DEB1079C-5E3D-4A46-9E6C-AEEDEDE3AF9A}"/>
    <dgm:cxn modelId="{6EAE2BFE-26E5-460E-B423-56ADE875D683}" type="presOf" srcId="{2CE5A55E-2603-4B33-A2CF-A4843E4E9F96}" destId="{12620369-1691-49DA-AB5F-0DF4B783B648}" srcOrd="0" destOrd="0" presId="urn:diagrams.loki3.com/VaryingWidthList"/>
    <dgm:cxn modelId="{E4276733-3CC0-4E12-AE1A-7FA8B17DF319}" type="presParOf" srcId="{D8B33BD1-EFD8-4164-A945-2C1672BA6DF3}" destId="{CAD04D89-A601-40EE-A0DB-86B579E37285}" srcOrd="0" destOrd="0" presId="urn:diagrams.loki3.com/VaryingWidthList"/>
    <dgm:cxn modelId="{2E62123D-A281-425A-861E-C7F34CDBFA36}" type="presParOf" srcId="{D8B33BD1-EFD8-4164-A945-2C1672BA6DF3}" destId="{A4456CE1-D73C-4AB5-A555-F8095E3B5342}" srcOrd="1" destOrd="0" presId="urn:diagrams.loki3.com/VaryingWidthList"/>
    <dgm:cxn modelId="{27BDDF78-49A7-46E9-A76B-CD7F110EFBC0}" type="presParOf" srcId="{D8B33BD1-EFD8-4164-A945-2C1672BA6DF3}" destId="{12620369-1691-49DA-AB5F-0DF4B783B648}" srcOrd="2" destOrd="0" presId="urn:diagrams.loki3.com/VaryingWidthList"/>
    <dgm:cxn modelId="{521A7C7F-8FE0-494C-84F5-AC24C3E63110}" type="presParOf" srcId="{D8B33BD1-EFD8-4164-A945-2C1672BA6DF3}" destId="{EFD9A278-2C41-4430-B4FC-45BAB15752EB}" srcOrd="3" destOrd="0" presId="urn:diagrams.loki3.com/VaryingWidthList"/>
    <dgm:cxn modelId="{5A28D104-7506-4A14-BB07-5DE8C5EE1E64}" type="presParOf" srcId="{D8B33BD1-EFD8-4164-A945-2C1672BA6DF3}" destId="{9480F635-6B8D-48A6-84BE-8129BE235D5F}" srcOrd="4" destOrd="0" presId="urn:diagrams.loki3.com/VaryingWidthList"/>
    <dgm:cxn modelId="{462DCE92-3B68-4714-874E-6EF734011100}" type="presParOf" srcId="{D8B33BD1-EFD8-4164-A945-2C1672BA6DF3}" destId="{5090DF53-55D6-45E5-AC9C-E9B5ACE704DC}" srcOrd="5" destOrd="0" presId="urn:diagrams.loki3.com/VaryingWidthList"/>
    <dgm:cxn modelId="{DAA18B75-6912-4318-9948-42E6AB257230}" type="presParOf" srcId="{D8B33BD1-EFD8-4164-A945-2C1672BA6DF3}" destId="{F711EAC5-C9E5-49FA-98E5-D935DF3E7BE6}" srcOrd="6" destOrd="0" presId="urn:diagrams.loki3.com/VaryingWidthList"/>
    <dgm:cxn modelId="{6F6D0F5B-52D9-41ED-8CB2-139C57090137}" type="presParOf" srcId="{D8B33BD1-EFD8-4164-A945-2C1672BA6DF3}" destId="{44A4EC8D-EED3-44DB-94E9-35C97D950C42}" srcOrd="7" destOrd="0" presId="urn:diagrams.loki3.com/VaryingWidthList"/>
    <dgm:cxn modelId="{2EAFA565-F985-49C2-991B-32D286FB0ECB}" type="presParOf" srcId="{D8B33BD1-EFD8-4164-A945-2C1672BA6DF3}" destId="{A4C88DA3-9DBC-4713-BAE8-1550C5653126}" srcOrd="8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5C38C0D-7F41-4ED5-A9F3-53FA761270A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CDC9483-ED8D-4CA3-B39C-D0FFDD0F1388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US" sz="1900" dirty="0"/>
            <a:t>Rajiv </a:t>
          </a:r>
          <a:r>
            <a:rPr lang="en-US" sz="1900" dirty="0" err="1"/>
            <a:t>Chilaka</a:t>
          </a:r>
          <a:endParaRPr lang="en-IN" sz="1900" dirty="0"/>
        </a:p>
      </dgm:t>
    </dgm:pt>
    <dgm:pt modelId="{4948AD93-0345-4F75-872E-F1DAA1CB3108}" type="parTrans" cxnId="{B56960F7-98AA-4B54-9FD1-3E060DD619F9}">
      <dgm:prSet/>
      <dgm:spPr/>
      <dgm:t>
        <a:bodyPr/>
        <a:lstStyle/>
        <a:p>
          <a:endParaRPr lang="en-IN"/>
        </a:p>
      </dgm:t>
    </dgm:pt>
    <dgm:pt modelId="{E68C60B3-E9F3-4F30-A0C7-68917B911C82}" type="sibTrans" cxnId="{B56960F7-98AA-4B54-9FD1-3E060DD619F9}">
      <dgm:prSet/>
      <dgm:spPr/>
      <dgm:t>
        <a:bodyPr/>
        <a:lstStyle/>
        <a:p>
          <a:endParaRPr lang="en-IN"/>
        </a:p>
      </dgm:t>
    </dgm:pt>
    <dgm:pt modelId="{C5DC7CE5-0A00-459C-A028-08268D16ECE6}">
      <dgm:prSet phldrT="[Text]" custT="1"/>
      <dgm:spPr>
        <a:solidFill>
          <a:srgbClr val="92D050"/>
        </a:solidFill>
      </dgm:spPr>
      <dgm:t>
        <a:bodyPr/>
        <a:lstStyle/>
        <a:p>
          <a:r>
            <a:rPr lang="en-IN" sz="1900" dirty="0"/>
            <a:t>Raúl Campos, Jan Suter</a:t>
          </a:r>
        </a:p>
      </dgm:t>
    </dgm:pt>
    <dgm:pt modelId="{FA40A6B7-0C69-443C-B175-F5E2F18443C6}" type="parTrans" cxnId="{BF533027-20C2-4A9C-8AA7-07CE64513DD3}">
      <dgm:prSet/>
      <dgm:spPr/>
      <dgm:t>
        <a:bodyPr/>
        <a:lstStyle/>
        <a:p>
          <a:endParaRPr lang="en-IN"/>
        </a:p>
      </dgm:t>
    </dgm:pt>
    <dgm:pt modelId="{4D1F65E9-C3FC-4B20-A325-3499989D0E56}" type="sibTrans" cxnId="{BF533027-20C2-4A9C-8AA7-07CE64513DD3}">
      <dgm:prSet/>
      <dgm:spPr/>
      <dgm:t>
        <a:bodyPr/>
        <a:lstStyle/>
        <a:p>
          <a:endParaRPr lang="en-IN"/>
        </a:p>
      </dgm:t>
    </dgm:pt>
    <dgm:pt modelId="{805A9EAD-607C-48E4-B8BA-675E552AFE72}">
      <dgm:prSet phldrT="[Text]" custT="1"/>
      <dgm:spPr>
        <a:solidFill>
          <a:srgbClr val="FF0000"/>
        </a:solidFill>
      </dgm:spPr>
      <dgm:t>
        <a:bodyPr/>
        <a:lstStyle/>
        <a:p>
          <a:r>
            <a:rPr lang="en-IN" sz="1900" b="0" i="0" u="none" dirty="0" err="1"/>
            <a:t>Suhas</a:t>
          </a:r>
          <a:r>
            <a:rPr lang="en-IN" sz="1900" b="0" i="0" u="none" dirty="0"/>
            <a:t> </a:t>
          </a:r>
          <a:r>
            <a:rPr lang="en-IN" sz="1900" b="0" i="0" u="none" dirty="0" err="1"/>
            <a:t>Kadav</a:t>
          </a:r>
          <a:endParaRPr lang="en-IN" sz="1900" dirty="0"/>
        </a:p>
      </dgm:t>
    </dgm:pt>
    <dgm:pt modelId="{EC9A6FB0-DB98-47C6-AB02-9943267C55F2}" type="parTrans" cxnId="{98740590-02B3-4B7A-B695-4F3428DF616B}">
      <dgm:prSet/>
      <dgm:spPr/>
      <dgm:t>
        <a:bodyPr/>
        <a:lstStyle/>
        <a:p>
          <a:endParaRPr lang="en-IN"/>
        </a:p>
      </dgm:t>
    </dgm:pt>
    <dgm:pt modelId="{2F835870-439D-4DEC-B788-F7C4FF4BE506}" type="sibTrans" cxnId="{98740590-02B3-4B7A-B695-4F3428DF616B}">
      <dgm:prSet/>
      <dgm:spPr/>
      <dgm:t>
        <a:bodyPr/>
        <a:lstStyle/>
        <a:p>
          <a:endParaRPr lang="en-IN"/>
        </a:p>
      </dgm:t>
    </dgm:pt>
    <dgm:pt modelId="{3393DD23-CE6A-47C2-8BD5-F1F63065991F}" type="pres">
      <dgm:prSet presAssocID="{F5C38C0D-7F41-4ED5-A9F3-53FA761270A7}" presName="linear" presStyleCnt="0">
        <dgm:presLayoutVars>
          <dgm:dir/>
          <dgm:animLvl val="lvl"/>
          <dgm:resizeHandles val="exact"/>
        </dgm:presLayoutVars>
      </dgm:prSet>
      <dgm:spPr/>
    </dgm:pt>
    <dgm:pt modelId="{BA919517-B033-41A9-86CF-404C8E74A505}" type="pres">
      <dgm:prSet presAssocID="{9CDC9483-ED8D-4CA3-B39C-D0FFDD0F1388}" presName="parentLin" presStyleCnt="0"/>
      <dgm:spPr/>
    </dgm:pt>
    <dgm:pt modelId="{83E1F25D-7966-49F4-813E-4FF570C57EF9}" type="pres">
      <dgm:prSet presAssocID="{9CDC9483-ED8D-4CA3-B39C-D0FFDD0F1388}" presName="parentLeftMargin" presStyleLbl="node1" presStyleIdx="0" presStyleCnt="3"/>
      <dgm:spPr/>
    </dgm:pt>
    <dgm:pt modelId="{46A6DD46-2AA5-4FE9-9539-514928EE5353}" type="pres">
      <dgm:prSet presAssocID="{9CDC9483-ED8D-4CA3-B39C-D0FFDD0F138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61B850F-ED1B-4864-AF8F-B61F31CF7F98}" type="pres">
      <dgm:prSet presAssocID="{9CDC9483-ED8D-4CA3-B39C-D0FFDD0F1388}" presName="negativeSpace" presStyleCnt="0"/>
      <dgm:spPr/>
    </dgm:pt>
    <dgm:pt modelId="{C7BBE3D3-9B60-4B80-BFEE-D0FBB215ED47}" type="pres">
      <dgm:prSet presAssocID="{9CDC9483-ED8D-4CA3-B39C-D0FFDD0F1388}" presName="childText" presStyleLbl="conFgAcc1" presStyleIdx="0" presStyleCnt="3" custLinFactNeighborY="20148">
        <dgm:presLayoutVars>
          <dgm:bulletEnabled val="1"/>
        </dgm:presLayoutVars>
      </dgm:prSet>
      <dgm:spPr/>
    </dgm:pt>
    <dgm:pt modelId="{52E53D78-6F53-471D-A97E-8366DB451B68}" type="pres">
      <dgm:prSet presAssocID="{E68C60B3-E9F3-4F30-A0C7-68917B911C82}" presName="spaceBetweenRectangles" presStyleCnt="0"/>
      <dgm:spPr/>
    </dgm:pt>
    <dgm:pt modelId="{2E2A05F9-0EFE-48EE-8BF4-135FF77EC476}" type="pres">
      <dgm:prSet presAssocID="{C5DC7CE5-0A00-459C-A028-08268D16ECE6}" presName="parentLin" presStyleCnt="0"/>
      <dgm:spPr/>
    </dgm:pt>
    <dgm:pt modelId="{FF6A5CF9-695F-4D26-81E8-84F8EC3BF490}" type="pres">
      <dgm:prSet presAssocID="{C5DC7CE5-0A00-459C-A028-08268D16ECE6}" presName="parentLeftMargin" presStyleLbl="node1" presStyleIdx="0" presStyleCnt="3"/>
      <dgm:spPr/>
    </dgm:pt>
    <dgm:pt modelId="{B52BAD48-C17C-4209-8BB5-65B9392ABF27}" type="pres">
      <dgm:prSet presAssocID="{C5DC7CE5-0A00-459C-A028-08268D16ECE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94AD37B-D71E-4655-B2AC-312FDAA5D054}" type="pres">
      <dgm:prSet presAssocID="{C5DC7CE5-0A00-459C-A028-08268D16ECE6}" presName="negativeSpace" presStyleCnt="0"/>
      <dgm:spPr/>
    </dgm:pt>
    <dgm:pt modelId="{43D4E321-F645-4F05-A979-6C327CD7BB29}" type="pres">
      <dgm:prSet presAssocID="{C5DC7CE5-0A00-459C-A028-08268D16ECE6}" presName="childText" presStyleLbl="conFgAcc1" presStyleIdx="1" presStyleCnt="3">
        <dgm:presLayoutVars>
          <dgm:bulletEnabled val="1"/>
        </dgm:presLayoutVars>
      </dgm:prSet>
      <dgm:spPr/>
    </dgm:pt>
    <dgm:pt modelId="{FD0A0928-D752-40A6-818D-4A4E6D293389}" type="pres">
      <dgm:prSet presAssocID="{4D1F65E9-C3FC-4B20-A325-3499989D0E56}" presName="spaceBetweenRectangles" presStyleCnt="0"/>
      <dgm:spPr/>
    </dgm:pt>
    <dgm:pt modelId="{AC9B1ACB-6EF0-41E3-B124-7E1091A8E973}" type="pres">
      <dgm:prSet presAssocID="{805A9EAD-607C-48E4-B8BA-675E552AFE72}" presName="parentLin" presStyleCnt="0"/>
      <dgm:spPr/>
    </dgm:pt>
    <dgm:pt modelId="{522E9324-F795-4236-8772-2ADAADABC4A0}" type="pres">
      <dgm:prSet presAssocID="{805A9EAD-607C-48E4-B8BA-675E552AFE72}" presName="parentLeftMargin" presStyleLbl="node1" presStyleIdx="1" presStyleCnt="3"/>
      <dgm:spPr/>
    </dgm:pt>
    <dgm:pt modelId="{EE57350D-1939-4A32-81BC-D173D4286383}" type="pres">
      <dgm:prSet presAssocID="{805A9EAD-607C-48E4-B8BA-675E552AFE72}" presName="parentText" presStyleLbl="node1" presStyleIdx="2" presStyleCnt="3" custLinFactNeighborX="-5519" custLinFactNeighborY="2201">
        <dgm:presLayoutVars>
          <dgm:chMax val="0"/>
          <dgm:bulletEnabled val="1"/>
        </dgm:presLayoutVars>
      </dgm:prSet>
      <dgm:spPr/>
    </dgm:pt>
    <dgm:pt modelId="{A0334714-344E-4DB6-B32C-E8BD2D99253E}" type="pres">
      <dgm:prSet presAssocID="{805A9EAD-607C-48E4-B8BA-675E552AFE72}" presName="negativeSpace" presStyleCnt="0"/>
      <dgm:spPr/>
    </dgm:pt>
    <dgm:pt modelId="{E681FAB7-B10C-4628-A782-F733539F8135}" type="pres">
      <dgm:prSet presAssocID="{805A9EAD-607C-48E4-B8BA-675E552AFE7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F533027-20C2-4A9C-8AA7-07CE64513DD3}" srcId="{F5C38C0D-7F41-4ED5-A9F3-53FA761270A7}" destId="{C5DC7CE5-0A00-459C-A028-08268D16ECE6}" srcOrd="1" destOrd="0" parTransId="{FA40A6B7-0C69-443C-B175-F5E2F18443C6}" sibTransId="{4D1F65E9-C3FC-4B20-A325-3499989D0E56}"/>
    <dgm:cxn modelId="{1A068E29-75A6-44B4-9F29-F1EA888205F9}" type="presOf" srcId="{C5DC7CE5-0A00-459C-A028-08268D16ECE6}" destId="{B52BAD48-C17C-4209-8BB5-65B9392ABF27}" srcOrd="1" destOrd="0" presId="urn:microsoft.com/office/officeart/2005/8/layout/list1"/>
    <dgm:cxn modelId="{F4836536-3245-49B6-A461-38E02DA9FFD5}" type="presOf" srcId="{C5DC7CE5-0A00-459C-A028-08268D16ECE6}" destId="{FF6A5CF9-695F-4D26-81E8-84F8EC3BF490}" srcOrd="0" destOrd="0" presId="urn:microsoft.com/office/officeart/2005/8/layout/list1"/>
    <dgm:cxn modelId="{99F91044-CE4C-4D4A-8F85-85567CA1BC0A}" type="presOf" srcId="{9CDC9483-ED8D-4CA3-B39C-D0FFDD0F1388}" destId="{46A6DD46-2AA5-4FE9-9539-514928EE5353}" srcOrd="1" destOrd="0" presId="urn:microsoft.com/office/officeart/2005/8/layout/list1"/>
    <dgm:cxn modelId="{C0503954-492F-44CE-8489-0F044E0D05CF}" type="presOf" srcId="{805A9EAD-607C-48E4-B8BA-675E552AFE72}" destId="{EE57350D-1939-4A32-81BC-D173D4286383}" srcOrd="1" destOrd="0" presId="urn:microsoft.com/office/officeart/2005/8/layout/list1"/>
    <dgm:cxn modelId="{8F99D479-0470-4F9A-A375-64D603E882DD}" type="presOf" srcId="{805A9EAD-607C-48E4-B8BA-675E552AFE72}" destId="{522E9324-F795-4236-8772-2ADAADABC4A0}" srcOrd="0" destOrd="0" presId="urn:microsoft.com/office/officeart/2005/8/layout/list1"/>
    <dgm:cxn modelId="{98740590-02B3-4B7A-B695-4F3428DF616B}" srcId="{F5C38C0D-7F41-4ED5-A9F3-53FA761270A7}" destId="{805A9EAD-607C-48E4-B8BA-675E552AFE72}" srcOrd="2" destOrd="0" parTransId="{EC9A6FB0-DB98-47C6-AB02-9943267C55F2}" sibTransId="{2F835870-439D-4DEC-B788-F7C4FF4BE506}"/>
    <dgm:cxn modelId="{88BA7EC6-4174-45C2-A960-1773CCBA85CB}" type="presOf" srcId="{F5C38C0D-7F41-4ED5-A9F3-53FA761270A7}" destId="{3393DD23-CE6A-47C2-8BD5-F1F63065991F}" srcOrd="0" destOrd="0" presId="urn:microsoft.com/office/officeart/2005/8/layout/list1"/>
    <dgm:cxn modelId="{B56960F7-98AA-4B54-9FD1-3E060DD619F9}" srcId="{F5C38C0D-7F41-4ED5-A9F3-53FA761270A7}" destId="{9CDC9483-ED8D-4CA3-B39C-D0FFDD0F1388}" srcOrd="0" destOrd="0" parTransId="{4948AD93-0345-4F75-872E-F1DAA1CB3108}" sibTransId="{E68C60B3-E9F3-4F30-A0C7-68917B911C82}"/>
    <dgm:cxn modelId="{BAF8F4F7-2DF1-4458-AA8C-905670054E6D}" type="presOf" srcId="{9CDC9483-ED8D-4CA3-B39C-D0FFDD0F1388}" destId="{83E1F25D-7966-49F4-813E-4FF570C57EF9}" srcOrd="0" destOrd="0" presId="urn:microsoft.com/office/officeart/2005/8/layout/list1"/>
    <dgm:cxn modelId="{22232877-A70D-4CB3-8BD2-4AFA1CA108C8}" type="presParOf" srcId="{3393DD23-CE6A-47C2-8BD5-F1F63065991F}" destId="{BA919517-B033-41A9-86CF-404C8E74A505}" srcOrd="0" destOrd="0" presId="urn:microsoft.com/office/officeart/2005/8/layout/list1"/>
    <dgm:cxn modelId="{012794C5-6EE5-4635-893B-9061181EDBE6}" type="presParOf" srcId="{BA919517-B033-41A9-86CF-404C8E74A505}" destId="{83E1F25D-7966-49F4-813E-4FF570C57EF9}" srcOrd="0" destOrd="0" presId="urn:microsoft.com/office/officeart/2005/8/layout/list1"/>
    <dgm:cxn modelId="{7976ED18-04D5-4184-8683-1A5616D8EC36}" type="presParOf" srcId="{BA919517-B033-41A9-86CF-404C8E74A505}" destId="{46A6DD46-2AA5-4FE9-9539-514928EE5353}" srcOrd="1" destOrd="0" presId="urn:microsoft.com/office/officeart/2005/8/layout/list1"/>
    <dgm:cxn modelId="{E72BACD9-3F4E-4456-8CAE-1CF1E33A3A6A}" type="presParOf" srcId="{3393DD23-CE6A-47C2-8BD5-F1F63065991F}" destId="{B61B850F-ED1B-4864-AF8F-B61F31CF7F98}" srcOrd="1" destOrd="0" presId="urn:microsoft.com/office/officeart/2005/8/layout/list1"/>
    <dgm:cxn modelId="{C7DCCA3E-E489-471D-A3A0-9AC7C05DBE6B}" type="presParOf" srcId="{3393DD23-CE6A-47C2-8BD5-F1F63065991F}" destId="{C7BBE3D3-9B60-4B80-BFEE-D0FBB215ED47}" srcOrd="2" destOrd="0" presId="urn:microsoft.com/office/officeart/2005/8/layout/list1"/>
    <dgm:cxn modelId="{E593F588-8EC7-4461-8439-35590F57451C}" type="presParOf" srcId="{3393DD23-CE6A-47C2-8BD5-F1F63065991F}" destId="{52E53D78-6F53-471D-A97E-8366DB451B68}" srcOrd="3" destOrd="0" presId="urn:microsoft.com/office/officeart/2005/8/layout/list1"/>
    <dgm:cxn modelId="{F35EF7B1-98E4-4CC3-966D-251B11BA8B3A}" type="presParOf" srcId="{3393DD23-CE6A-47C2-8BD5-F1F63065991F}" destId="{2E2A05F9-0EFE-48EE-8BF4-135FF77EC476}" srcOrd="4" destOrd="0" presId="urn:microsoft.com/office/officeart/2005/8/layout/list1"/>
    <dgm:cxn modelId="{BBD8566C-28F2-4F17-941B-D738CF771D28}" type="presParOf" srcId="{2E2A05F9-0EFE-48EE-8BF4-135FF77EC476}" destId="{FF6A5CF9-695F-4D26-81E8-84F8EC3BF490}" srcOrd="0" destOrd="0" presId="urn:microsoft.com/office/officeart/2005/8/layout/list1"/>
    <dgm:cxn modelId="{76ED1861-1662-47CC-A01D-D1C00D557337}" type="presParOf" srcId="{2E2A05F9-0EFE-48EE-8BF4-135FF77EC476}" destId="{B52BAD48-C17C-4209-8BB5-65B9392ABF27}" srcOrd="1" destOrd="0" presId="urn:microsoft.com/office/officeart/2005/8/layout/list1"/>
    <dgm:cxn modelId="{34701F27-B1DF-4ACD-8AE8-3D42D82DBC8B}" type="presParOf" srcId="{3393DD23-CE6A-47C2-8BD5-F1F63065991F}" destId="{994AD37B-D71E-4655-B2AC-312FDAA5D054}" srcOrd="5" destOrd="0" presId="urn:microsoft.com/office/officeart/2005/8/layout/list1"/>
    <dgm:cxn modelId="{621B228B-6878-459D-8441-E07EB12A97DC}" type="presParOf" srcId="{3393DD23-CE6A-47C2-8BD5-F1F63065991F}" destId="{43D4E321-F645-4F05-A979-6C327CD7BB29}" srcOrd="6" destOrd="0" presId="urn:microsoft.com/office/officeart/2005/8/layout/list1"/>
    <dgm:cxn modelId="{E7A58BBF-E884-46BA-803B-B1D71A922A15}" type="presParOf" srcId="{3393DD23-CE6A-47C2-8BD5-F1F63065991F}" destId="{FD0A0928-D752-40A6-818D-4A4E6D293389}" srcOrd="7" destOrd="0" presId="urn:microsoft.com/office/officeart/2005/8/layout/list1"/>
    <dgm:cxn modelId="{4ADF80E2-D0EA-4DBF-9259-B855B2F8CF34}" type="presParOf" srcId="{3393DD23-CE6A-47C2-8BD5-F1F63065991F}" destId="{AC9B1ACB-6EF0-41E3-B124-7E1091A8E973}" srcOrd="8" destOrd="0" presId="urn:microsoft.com/office/officeart/2005/8/layout/list1"/>
    <dgm:cxn modelId="{E809EBE6-A006-47D0-B889-6CB7E827BD5F}" type="presParOf" srcId="{AC9B1ACB-6EF0-41E3-B124-7E1091A8E973}" destId="{522E9324-F795-4236-8772-2ADAADABC4A0}" srcOrd="0" destOrd="0" presId="urn:microsoft.com/office/officeart/2005/8/layout/list1"/>
    <dgm:cxn modelId="{2C5BE4D7-0620-409F-A650-75B64305EB49}" type="presParOf" srcId="{AC9B1ACB-6EF0-41E3-B124-7E1091A8E973}" destId="{EE57350D-1939-4A32-81BC-D173D4286383}" srcOrd="1" destOrd="0" presId="urn:microsoft.com/office/officeart/2005/8/layout/list1"/>
    <dgm:cxn modelId="{407E706A-FB3D-4C6F-928A-42F36040D208}" type="presParOf" srcId="{3393DD23-CE6A-47C2-8BD5-F1F63065991F}" destId="{A0334714-344E-4DB6-B32C-E8BD2D99253E}" srcOrd="9" destOrd="0" presId="urn:microsoft.com/office/officeart/2005/8/layout/list1"/>
    <dgm:cxn modelId="{0096B528-2329-4C74-9369-722962AE0DE3}" type="presParOf" srcId="{3393DD23-CE6A-47C2-8BD5-F1F63065991F}" destId="{E681FAB7-B10C-4628-A782-F733539F813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5C38C0D-7F41-4ED5-A9F3-53FA761270A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CDC9483-ED8D-4CA3-B39C-D0FFDD0F1388}">
      <dgm:prSet phldrT="[Text]" custT="1"/>
      <dgm:spPr>
        <a:solidFill>
          <a:srgbClr val="00B050"/>
        </a:solidFill>
      </dgm:spPr>
      <dgm:t>
        <a:bodyPr/>
        <a:lstStyle/>
        <a:p>
          <a:r>
            <a:rPr lang="en-IN" sz="1900" b="0" i="0" u="none" dirty="0"/>
            <a:t>Marcus </a:t>
          </a:r>
          <a:r>
            <a:rPr lang="en-IN" sz="1900" b="0" i="0" u="none" dirty="0" err="1"/>
            <a:t>Raboy</a:t>
          </a:r>
          <a:endParaRPr lang="en-IN" sz="1900" dirty="0"/>
        </a:p>
      </dgm:t>
    </dgm:pt>
    <dgm:pt modelId="{4948AD93-0345-4F75-872E-F1DAA1CB3108}" type="parTrans" cxnId="{B56960F7-98AA-4B54-9FD1-3E060DD619F9}">
      <dgm:prSet/>
      <dgm:spPr/>
      <dgm:t>
        <a:bodyPr/>
        <a:lstStyle/>
        <a:p>
          <a:endParaRPr lang="en-IN"/>
        </a:p>
      </dgm:t>
    </dgm:pt>
    <dgm:pt modelId="{E68C60B3-E9F3-4F30-A0C7-68917B911C82}" type="sibTrans" cxnId="{B56960F7-98AA-4B54-9FD1-3E060DD619F9}">
      <dgm:prSet/>
      <dgm:spPr/>
      <dgm:t>
        <a:bodyPr/>
        <a:lstStyle/>
        <a:p>
          <a:endParaRPr lang="en-IN"/>
        </a:p>
      </dgm:t>
    </dgm:pt>
    <dgm:pt modelId="{C5DC7CE5-0A00-459C-A028-08268D16ECE6}">
      <dgm:prSet phldrT="[Text]" custT="1"/>
      <dgm:spPr>
        <a:solidFill>
          <a:srgbClr val="FFFF00"/>
        </a:solidFill>
      </dgm:spPr>
      <dgm:t>
        <a:bodyPr/>
        <a:lstStyle/>
        <a:p>
          <a:r>
            <a:rPr lang="en-IN" sz="1900" b="0" i="0" u="none" dirty="0"/>
            <a:t>Jay Karas</a:t>
          </a:r>
          <a:endParaRPr lang="en-IN" sz="1900" dirty="0"/>
        </a:p>
      </dgm:t>
    </dgm:pt>
    <dgm:pt modelId="{FA40A6B7-0C69-443C-B175-F5E2F18443C6}" type="parTrans" cxnId="{BF533027-20C2-4A9C-8AA7-07CE64513DD3}">
      <dgm:prSet/>
      <dgm:spPr/>
      <dgm:t>
        <a:bodyPr/>
        <a:lstStyle/>
        <a:p>
          <a:endParaRPr lang="en-IN"/>
        </a:p>
      </dgm:t>
    </dgm:pt>
    <dgm:pt modelId="{4D1F65E9-C3FC-4B20-A325-3499989D0E56}" type="sibTrans" cxnId="{BF533027-20C2-4A9C-8AA7-07CE64513DD3}">
      <dgm:prSet/>
      <dgm:spPr/>
      <dgm:t>
        <a:bodyPr/>
        <a:lstStyle/>
        <a:p>
          <a:endParaRPr lang="en-IN"/>
        </a:p>
      </dgm:t>
    </dgm:pt>
    <dgm:pt modelId="{805A9EAD-607C-48E4-B8BA-675E552AFE72}">
      <dgm:prSet phldrT="[Text]"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IN" sz="1900" dirty="0"/>
            <a:t>Cathy Garcia-Molina</a:t>
          </a:r>
        </a:p>
      </dgm:t>
    </dgm:pt>
    <dgm:pt modelId="{EC9A6FB0-DB98-47C6-AB02-9943267C55F2}" type="parTrans" cxnId="{98740590-02B3-4B7A-B695-4F3428DF616B}">
      <dgm:prSet/>
      <dgm:spPr/>
      <dgm:t>
        <a:bodyPr/>
        <a:lstStyle/>
        <a:p>
          <a:endParaRPr lang="en-IN"/>
        </a:p>
      </dgm:t>
    </dgm:pt>
    <dgm:pt modelId="{2F835870-439D-4DEC-B788-F7C4FF4BE506}" type="sibTrans" cxnId="{98740590-02B3-4B7A-B695-4F3428DF616B}">
      <dgm:prSet/>
      <dgm:spPr/>
      <dgm:t>
        <a:bodyPr/>
        <a:lstStyle/>
        <a:p>
          <a:endParaRPr lang="en-IN"/>
        </a:p>
      </dgm:t>
    </dgm:pt>
    <dgm:pt modelId="{3393DD23-CE6A-47C2-8BD5-F1F63065991F}" type="pres">
      <dgm:prSet presAssocID="{F5C38C0D-7F41-4ED5-A9F3-53FA761270A7}" presName="linear" presStyleCnt="0">
        <dgm:presLayoutVars>
          <dgm:dir/>
          <dgm:animLvl val="lvl"/>
          <dgm:resizeHandles val="exact"/>
        </dgm:presLayoutVars>
      </dgm:prSet>
      <dgm:spPr/>
    </dgm:pt>
    <dgm:pt modelId="{BA919517-B033-41A9-86CF-404C8E74A505}" type="pres">
      <dgm:prSet presAssocID="{9CDC9483-ED8D-4CA3-B39C-D0FFDD0F1388}" presName="parentLin" presStyleCnt="0"/>
      <dgm:spPr/>
    </dgm:pt>
    <dgm:pt modelId="{83E1F25D-7966-49F4-813E-4FF570C57EF9}" type="pres">
      <dgm:prSet presAssocID="{9CDC9483-ED8D-4CA3-B39C-D0FFDD0F1388}" presName="parentLeftMargin" presStyleLbl="node1" presStyleIdx="0" presStyleCnt="3"/>
      <dgm:spPr/>
    </dgm:pt>
    <dgm:pt modelId="{46A6DD46-2AA5-4FE9-9539-514928EE5353}" type="pres">
      <dgm:prSet presAssocID="{9CDC9483-ED8D-4CA3-B39C-D0FFDD0F138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61B850F-ED1B-4864-AF8F-B61F31CF7F98}" type="pres">
      <dgm:prSet presAssocID="{9CDC9483-ED8D-4CA3-B39C-D0FFDD0F1388}" presName="negativeSpace" presStyleCnt="0"/>
      <dgm:spPr/>
    </dgm:pt>
    <dgm:pt modelId="{C7BBE3D3-9B60-4B80-BFEE-D0FBB215ED47}" type="pres">
      <dgm:prSet presAssocID="{9CDC9483-ED8D-4CA3-B39C-D0FFDD0F1388}" presName="childText" presStyleLbl="conFgAcc1" presStyleIdx="0" presStyleCnt="3">
        <dgm:presLayoutVars>
          <dgm:bulletEnabled val="1"/>
        </dgm:presLayoutVars>
      </dgm:prSet>
      <dgm:spPr/>
    </dgm:pt>
    <dgm:pt modelId="{52E53D78-6F53-471D-A97E-8366DB451B68}" type="pres">
      <dgm:prSet presAssocID="{E68C60B3-E9F3-4F30-A0C7-68917B911C82}" presName="spaceBetweenRectangles" presStyleCnt="0"/>
      <dgm:spPr/>
    </dgm:pt>
    <dgm:pt modelId="{2E2A05F9-0EFE-48EE-8BF4-135FF77EC476}" type="pres">
      <dgm:prSet presAssocID="{C5DC7CE5-0A00-459C-A028-08268D16ECE6}" presName="parentLin" presStyleCnt="0"/>
      <dgm:spPr/>
    </dgm:pt>
    <dgm:pt modelId="{FF6A5CF9-695F-4D26-81E8-84F8EC3BF490}" type="pres">
      <dgm:prSet presAssocID="{C5DC7CE5-0A00-459C-A028-08268D16ECE6}" presName="parentLeftMargin" presStyleLbl="node1" presStyleIdx="0" presStyleCnt="3"/>
      <dgm:spPr/>
    </dgm:pt>
    <dgm:pt modelId="{B52BAD48-C17C-4209-8BB5-65B9392ABF27}" type="pres">
      <dgm:prSet presAssocID="{C5DC7CE5-0A00-459C-A028-08268D16ECE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94AD37B-D71E-4655-B2AC-312FDAA5D054}" type="pres">
      <dgm:prSet presAssocID="{C5DC7CE5-0A00-459C-A028-08268D16ECE6}" presName="negativeSpace" presStyleCnt="0"/>
      <dgm:spPr/>
    </dgm:pt>
    <dgm:pt modelId="{43D4E321-F645-4F05-A979-6C327CD7BB29}" type="pres">
      <dgm:prSet presAssocID="{C5DC7CE5-0A00-459C-A028-08268D16ECE6}" presName="childText" presStyleLbl="conFgAcc1" presStyleIdx="1" presStyleCnt="3">
        <dgm:presLayoutVars>
          <dgm:bulletEnabled val="1"/>
        </dgm:presLayoutVars>
      </dgm:prSet>
      <dgm:spPr/>
    </dgm:pt>
    <dgm:pt modelId="{FD0A0928-D752-40A6-818D-4A4E6D293389}" type="pres">
      <dgm:prSet presAssocID="{4D1F65E9-C3FC-4B20-A325-3499989D0E56}" presName="spaceBetweenRectangles" presStyleCnt="0"/>
      <dgm:spPr/>
    </dgm:pt>
    <dgm:pt modelId="{AC9B1ACB-6EF0-41E3-B124-7E1091A8E973}" type="pres">
      <dgm:prSet presAssocID="{805A9EAD-607C-48E4-B8BA-675E552AFE72}" presName="parentLin" presStyleCnt="0"/>
      <dgm:spPr/>
    </dgm:pt>
    <dgm:pt modelId="{522E9324-F795-4236-8772-2ADAADABC4A0}" type="pres">
      <dgm:prSet presAssocID="{805A9EAD-607C-48E4-B8BA-675E552AFE72}" presName="parentLeftMargin" presStyleLbl="node1" presStyleIdx="1" presStyleCnt="3"/>
      <dgm:spPr/>
    </dgm:pt>
    <dgm:pt modelId="{EE57350D-1939-4A32-81BC-D173D4286383}" type="pres">
      <dgm:prSet presAssocID="{805A9EAD-607C-48E4-B8BA-675E552AFE7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0334714-344E-4DB6-B32C-E8BD2D99253E}" type="pres">
      <dgm:prSet presAssocID="{805A9EAD-607C-48E4-B8BA-675E552AFE72}" presName="negativeSpace" presStyleCnt="0"/>
      <dgm:spPr/>
    </dgm:pt>
    <dgm:pt modelId="{E681FAB7-B10C-4628-A782-F733539F8135}" type="pres">
      <dgm:prSet presAssocID="{805A9EAD-607C-48E4-B8BA-675E552AFE7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F533027-20C2-4A9C-8AA7-07CE64513DD3}" srcId="{F5C38C0D-7F41-4ED5-A9F3-53FA761270A7}" destId="{C5DC7CE5-0A00-459C-A028-08268D16ECE6}" srcOrd="1" destOrd="0" parTransId="{FA40A6B7-0C69-443C-B175-F5E2F18443C6}" sibTransId="{4D1F65E9-C3FC-4B20-A325-3499989D0E56}"/>
    <dgm:cxn modelId="{1A068E29-75A6-44B4-9F29-F1EA888205F9}" type="presOf" srcId="{C5DC7CE5-0A00-459C-A028-08268D16ECE6}" destId="{B52BAD48-C17C-4209-8BB5-65B9392ABF27}" srcOrd="1" destOrd="0" presId="urn:microsoft.com/office/officeart/2005/8/layout/list1"/>
    <dgm:cxn modelId="{F4836536-3245-49B6-A461-38E02DA9FFD5}" type="presOf" srcId="{C5DC7CE5-0A00-459C-A028-08268D16ECE6}" destId="{FF6A5CF9-695F-4D26-81E8-84F8EC3BF490}" srcOrd="0" destOrd="0" presId="urn:microsoft.com/office/officeart/2005/8/layout/list1"/>
    <dgm:cxn modelId="{99F91044-CE4C-4D4A-8F85-85567CA1BC0A}" type="presOf" srcId="{9CDC9483-ED8D-4CA3-B39C-D0FFDD0F1388}" destId="{46A6DD46-2AA5-4FE9-9539-514928EE5353}" srcOrd="1" destOrd="0" presId="urn:microsoft.com/office/officeart/2005/8/layout/list1"/>
    <dgm:cxn modelId="{C0503954-492F-44CE-8489-0F044E0D05CF}" type="presOf" srcId="{805A9EAD-607C-48E4-B8BA-675E552AFE72}" destId="{EE57350D-1939-4A32-81BC-D173D4286383}" srcOrd="1" destOrd="0" presId="urn:microsoft.com/office/officeart/2005/8/layout/list1"/>
    <dgm:cxn modelId="{8F99D479-0470-4F9A-A375-64D603E882DD}" type="presOf" srcId="{805A9EAD-607C-48E4-B8BA-675E552AFE72}" destId="{522E9324-F795-4236-8772-2ADAADABC4A0}" srcOrd="0" destOrd="0" presId="urn:microsoft.com/office/officeart/2005/8/layout/list1"/>
    <dgm:cxn modelId="{98740590-02B3-4B7A-B695-4F3428DF616B}" srcId="{F5C38C0D-7F41-4ED5-A9F3-53FA761270A7}" destId="{805A9EAD-607C-48E4-B8BA-675E552AFE72}" srcOrd="2" destOrd="0" parTransId="{EC9A6FB0-DB98-47C6-AB02-9943267C55F2}" sibTransId="{2F835870-439D-4DEC-B788-F7C4FF4BE506}"/>
    <dgm:cxn modelId="{88BA7EC6-4174-45C2-A960-1773CCBA85CB}" type="presOf" srcId="{F5C38C0D-7F41-4ED5-A9F3-53FA761270A7}" destId="{3393DD23-CE6A-47C2-8BD5-F1F63065991F}" srcOrd="0" destOrd="0" presId="urn:microsoft.com/office/officeart/2005/8/layout/list1"/>
    <dgm:cxn modelId="{B56960F7-98AA-4B54-9FD1-3E060DD619F9}" srcId="{F5C38C0D-7F41-4ED5-A9F3-53FA761270A7}" destId="{9CDC9483-ED8D-4CA3-B39C-D0FFDD0F1388}" srcOrd="0" destOrd="0" parTransId="{4948AD93-0345-4F75-872E-F1DAA1CB3108}" sibTransId="{E68C60B3-E9F3-4F30-A0C7-68917B911C82}"/>
    <dgm:cxn modelId="{BAF8F4F7-2DF1-4458-AA8C-905670054E6D}" type="presOf" srcId="{9CDC9483-ED8D-4CA3-B39C-D0FFDD0F1388}" destId="{83E1F25D-7966-49F4-813E-4FF570C57EF9}" srcOrd="0" destOrd="0" presId="urn:microsoft.com/office/officeart/2005/8/layout/list1"/>
    <dgm:cxn modelId="{22232877-A70D-4CB3-8BD2-4AFA1CA108C8}" type="presParOf" srcId="{3393DD23-CE6A-47C2-8BD5-F1F63065991F}" destId="{BA919517-B033-41A9-86CF-404C8E74A505}" srcOrd="0" destOrd="0" presId="urn:microsoft.com/office/officeart/2005/8/layout/list1"/>
    <dgm:cxn modelId="{012794C5-6EE5-4635-893B-9061181EDBE6}" type="presParOf" srcId="{BA919517-B033-41A9-86CF-404C8E74A505}" destId="{83E1F25D-7966-49F4-813E-4FF570C57EF9}" srcOrd="0" destOrd="0" presId="urn:microsoft.com/office/officeart/2005/8/layout/list1"/>
    <dgm:cxn modelId="{7976ED18-04D5-4184-8683-1A5616D8EC36}" type="presParOf" srcId="{BA919517-B033-41A9-86CF-404C8E74A505}" destId="{46A6DD46-2AA5-4FE9-9539-514928EE5353}" srcOrd="1" destOrd="0" presId="urn:microsoft.com/office/officeart/2005/8/layout/list1"/>
    <dgm:cxn modelId="{E72BACD9-3F4E-4456-8CAE-1CF1E33A3A6A}" type="presParOf" srcId="{3393DD23-CE6A-47C2-8BD5-F1F63065991F}" destId="{B61B850F-ED1B-4864-AF8F-B61F31CF7F98}" srcOrd="1" destOrd="0" presId="urn:microsoft.com/office/officeart/2005/8/layout/list1"/>
    <dgm:cxn modelId="{C7DCCA3E-E489-471D-A3A0-9AC7C05DBE6B}" type="presParOf" srcId="{3393DD23-CE6A-47C2-8BD5-F1F63065991F}" destId="{C7BBE3D3-9B60-4B80-BFEE-D0FBB215ED47}" srcOrd="2" destOrd="0" presId="urn:microsoft.com/office/officeart/2005/8/layout/list1"/>
    <dgm:cxn modelId="{E593F588-8EC7-4461-8439-35590F57451C}" type="presParOf" srcId="{3393DD23-CE6A-47C2-8BD5-F1F63065991F}" destId="{52E53D78-6F53-471D-A97E-8366DB451B68}" srcOrd="3" destOrd="0" presId="urn:microsoft.com/office/officeart/2005/8/layout/list1"/>
    <dgm:cxn modelId="{F35EF7B1-98E4-4CC3-966D-251B11BA8B3A}" type="presParOf" srcId="{3393DD23-CE6A-47C2-8BD5-F1F63065991F}" destId="{2E2A05F9-0EFE-48EE-8BF4-135FF77EC476}" srcOrd="4" destOrd="0" presId="urn:microsoft.com/office/officeart/2005/8/layout/list1"/>
    <dgm:cxn modelId="{BBD8566C-28F2-4F17-941B-D738CF771D28}" type="presParOf" srcId="{2E2A05F9-0EFE-48EE-8BF4-135FF77EC476}" destId="{FF6A5CF9-695F-4D26-81E8-84F8EC3BF490}" srcOrd="0" destOrd="0" presId="urn:microsoft.com/office/officeart/2005/8/layout/list1"/>
    <dgm:cxn modelId="{76ED1861-1662-47CC-A01D-D1C00D557337}" type="presParOf" srcId="{2E2A05F9-0EFE-48EE-8BF4-135FF77EC476}" destId="{B52BAD48-C17C-4209-8BB5-65B9392ABF27}" srcOrd="1" destOrd="0" presId="urn:microsoft.com/office/officeart/2005/8/layout/list1"/>
    <dgm:cxn modelId="{34701F27-B1DF-4ACD-8AE8-3D42D82DBC8B}" type="presParOf" srcId="{3393DD23-CE6A-47C2-8BD5-F1F63065991F}" destId="{994AD37B-D71E-4655-B2AC-312FDAA5D054}" srcOrd="5" destOrd="0" presId="urn:microsoft.com/office/officeart/2005/8/layout/list1"/>
    <dgm:cxn modelId="{621B228B-6878-459D-8441-E07EB12A97DC}" type="presParOf" srcId="{3393DD23-CE6A-47C2-8BD5-F1F63065991F}" destId="{43D4E321-F645-4F05-A979-6C327CD7BB29}" srcOrd="6" destOrd="0" presId="urn:microsoft.com/office/officeart/2005/8/layout/list1"/>
    <dgm:cxn modelId="{E7A58BBF-E884-46BA-803B-B1D71A922A15}" type="presParOf" srcId="{3393DD23-CE6A-47C2-8BD5-F1F63065991F}" destId="{FD0A0928-D752-40A6-818D-4A4E6D293389}" srcOrd="7" destOrd="0" presId="urn:microsoft.com/office/officeart/2005/8/layout/list1"/>
    <dgm:cxn modelId="{4ADF80E2-D0EA-4DBF-9259-B855B2F8CF34}" type="presParOf" srcId="{3393DD23-CE6A-47C2-8BD5-F1F63065991F}" destId="{AC9B1ACB-6EF0-41E3-B124-7E1091A8E973}" srcOrd="8" destOrd="0" presId="urn:microsoft.com/office/officeart/2005/8/layout/list1"/>
    <dgm:cxn modelId="{E809EBE6-A006-47D0-B889-6CB7E827BD5F}" type="presParOf" srcId="{AC9B1ACB-6EF0-41E3-B124-7E1091A8E973}" destId="{522E9324-F795-4236-8772-2ADAADABC4A0}" srcOrd="0" destOrd="0" presId="urn:microsoft.com/office/officeart/2005/8/layout/list1"/>
    <dgm:cxn modelId="{2C5BE4D7-0620-409F-A650-75B64305EB49}" type="presParOf" srcId="{AC9B1ACB-6EF0-41E3-B124-7E1091A8E973}" destId="{EE57350D-1939-4A32-81BC-D173D4286383}" srcOrd="1" destOrd="0" presId="urn:microsoft.com/office/officeart/2005/8/layout/list1"/>
    <dgm:cxn modelId="{407E706A-FB3D-4C6F-928A-42F36040D208}" type="presParOf" srcId="{3393DD23-CE6A-47C2-8BD5-F1F63065991F}" destId="{A0334714-344E-4DB6-B32C-E8BD2D99253E}" srcOrd="9" destOrd="0" presId="urn:microsoft.com/office/officeart/2005/8/layout/list1"/>
    <dgm:cxn modelId="{0096B528-2329-4C74-9369-722962AE0DE3}" type="presParOf" srcId="{3393DD23-CE6A-47C2-8BD5-F1F63065991F}" destId="{E681FAB7-B10C-4628-A782-F733539F813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5C38C0D-7F41-4ED5-A9F3-53FA761270A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CDC9483-ED8D-4CA3-B39C-D0FFDD0F1388}">
      <dgm:prSet phldrT="[Text]" custT="1"/>
      <dgm:spPr>
        <a:solidFill>
          <a:srgbClr val="002060"/>
        </a:solidFill>
      </dgm:spPr>
      <dgm:t>
        <a:bodyPr/>
        <a:lstStyle/>
        <a:p>
          <a:r>
            <a:rPr lang="en-IN" sz="1900" b="0" i="0" u="none" dirty="0"/>
            <a:t>Youssef Chahine</a:t>
          </a:r>
          <a:endParaRPr lang="en-IN" sz="1900" dirty="0"/>
        </a:p>
      </dgm:t>
    </dgm:pt>
    <dgm:pt modelId="{4948AD93-0345-4F75-872E-F1DAA1CB3108}" type="parTrans" cxnId="{B56960F7-98AA-4B54-9FD1-3E060DD619F9}">
      <dgm:prSet/>
      <dgm:spPr/>
      <dgm:t>
        <a:bodyPr/>
        <a:lstStyle/>
        <a:p>
          <a:endParaRPr lang="en-IN"/>
        </a:p>
      </dgm:t>
    </dgm:pt>
    <dgm:pt modelId="{E68C60B3-E9F3-4F30-A0C7-68917B911C82}" type="sibTrans" cxnId="{B56960F7-98AA-4B54-9FD1-3E060DD619F9}">
      <dgm:prSet/>
      <dgm:spPr/>
      <dgm:t>
        <a:bodyPr/>
        <a:lstStyle/>
        <a:p>
          <a:endParaRPr lang="en-IN"/>
        </a:p>
      </dgm:t>
    </dgm:pt>
    <dgm:pt modelId="{C5DC7CE5-0A00-459C-A028-08268D16ECE6}">
      <dgm:prSet phldrT="[Text]" custT="1"/>
      <dgm:spPr>
        <a:solidFill>
          <a:srgbClr val="00B0F0"/>
        </a:solidFill>
      </dgm:spPr>
      <dgm:t>
        <a:bodyPr/>
        <a:lstStyle/>
        <a:p>
          <a:r>
            <a:rPr lang="en-IN" sz="1900" b="0" i="0" u="none" dirty="0"/>
            <a:t>Jay Chapman</a:t>
          </a:r>
          <a:endParaRPr lang="en-IN" sz="1900" dirty="0"/>
        </a:p>
      </dgm:t>
    </dgm:pt>
    <dgm:pt modelId="{FA40A6B7-0C69-443C-B175-F5E2F18443C6}" type="parTrans" cxnId="{BF533027-20C2-4A9C-8AA7-07CE64513DD3}">
      <dgm:prSet/>
      <dgm:spPr/>
      <dgm:t>
        <a:bodyPr/>
        <a:lstStyle/>
        <a:p>
          <a:endParaRPr lang="en-IN"/>
        </a:p>
      </dgm:t>
    </dgm:pt>
    <dgm:pt modelId="{4D1F65E9-C3FC-4B20-A325-3499989D0E56}" type="sibTrans" cxnId="{BF533027-20C2-4A9C-8AA7-07CE64513DD3}">
      <dgm:prSet/>
      <dgm:spPr/>
      <dgm:t>
        <a:bodyPr/>
        <a:lstStyle/>
        <a:p>
          <a:endParaRPr lang="en-IN"/>
        </a:p>
      </dgm:t>
    </dgm:pt>
    <dgm:pt modelId="{805A9EAD-607C-48E4-B8BA-675E552AFE72}">
      <dgm:prSet phldrT="[Text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IN" b="0" i="0" u="none" dirty="0"/>
            <a:t>Martin Scorsese</a:t>
          </a:r>
          <a:endParaRPr lang="en-IN" dirty="0"/>
        </a:p>
      </dgm:t>
    </dgm:pt>
    <dgm:pt modelId="{EC9A6FB0-DB98-47C6-AB02-9943267C55F2}" type="parTrans" cxnId="{98740590-02B3-4B7A-B695-4F3428DF616B}">
      <dgm:prSet/>
      <dgm:spPr/>
      <dgm:t>
        <a:bodyPr/>
        <a:lstStyle/>
        <a:p>
          <a:endParaRPr lang="en-IN"/>
        </a:p>
      </dgm:t>
    </dgm:pt>
    <dgm:pt modelId="{2F835870-439D-4DEC-B788-F7C4FF4BE506}" type="sibTrans" cxnId="{98740590-02B3-4B7A-B695-4F3428DF616B}">
      <dgm:prSet/>
      <dgm:spPr/>
      <dgm:t>
        <a:bodyPr/>
        <a:lstStyle/>
        <a:p>
          <a:endParaRPr lang="en-IN"/>
        </a:p>
      </dgm:t>
    </dgm:pt>
    <dgm:pt modelId="{3393DD23-CE6A-47C2-8BD5-F1F63065991F}" type="pres">
      <dgm:prSet presAssocID="{F5C38C0D-7F41-4ED5-A9F3-53FA761270A7}" presName="linear" presStyleCnt="0">
        <dgm:presLayoutVars>
          <dgm:dir/>
          <dgm:animLvl val="lvl"/>
          <dgm:resizeHandles val="exact"/>
        </dgm:presLayoutVars>
      </dgm:prSet>
      <dgm:spPr/>
    </dgm:pt>
    <dgm:pt modelId="{BA919517-B033-41A9-86CF-404C8E74A505}" type="pres">
      <dgm:prSet presAssocID="{9CDC9483-ED8D-4CA3-B39C-D0FFDD0F1388}" presName="parentLin" presStyleCnt="0"/>
      <dgm:spPr/>
    </dgm:pt>
    <dgm:pt modelId="{83E1F25D-7966-49F4-813E-4FF570C57EF9}" type="pres">
      <dgm:prSet presAssocID="{9CDC9483-ED8D-4CA3-B39C-D0FFDD0F1388}" presName="parentLeftMargin" presStyleLbl="node1" presStyleIdx="0" presStyleCnt="3"/>
      <dgm:spPr/>
    </dgm:pt>
    <dgm:pt modelId="{46A6DD46-2AA5-4FE9-9539-514928EE5353}" type="pres">
      <dgm:prSet presAssocID="{9CDC9483-ED8D-4CA3-B39C-D0FFDD0F138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61B850F-ED1B-4864-AF8F-B61F31CF7F98}" type="pres">
      <dgm:prSet presAssocID="{9CDC9483-ED8D-4CA3-B39C-D0FFDD0F1388}" presName="negativeSpace" presStyleCnt="0"/>
      <dgm:spPr/>
    </dgm:pt>
    <dgm:pt modelId="{C7BBE3D3-9B60-4B80-BFEE-D0FBB215ED47}" type="pres">
      <dgm:prSet presAssocID="{9CDC9483-ED8D-4CA3-B39C-D0FFDD0F1388}" presName="childText" presStyleLbl="conFgAcc1" presStyleIdx="0" presStyleCnt="3">
        <dgm:presLayoutVars>
          <dgm:bulletEnabled val="1"/>
        </dgm:presLayoutVars>
      </dgm:prSet>
      <dgm:spPr/>
    </dgm:pt>
    <dgm:pt modelId="{52E53D78-6F53-471D-A97E-8366DB451B68}" type="pres">
      <dgm:prSet presAssocID="{E68C60B3-E9F3-4F30-A0C7-68917B911C82}" presName="spaceBetweenRectangles" presStyleCnt="0"/>
      <dgm:spPr/>
    </dgm:pt>
    <dgm:pt modelId="{2E2A05F9-0EFE-48EE-8BF4-135FF77EC476}" type="pres">
      <dgm:prSet presAssocID="{C5DC7CE5-0A00-459C-A028-08268D16ECE6}" presName="parentLin" presStyleCnt="0"/>
      <dgm:spPr/>
    </dgm:pt>
    <dgm:pt modelId="{FF6A5CF9-695F-4D26-81E8-84F8EC3BF490}" type="pres">
      <dgm:prSet presAssocID="{C5DC7CE5-0A00-459C-A028-08268D16ECE6}" presName="parentLeftMargin" presStyleLbl="node1" presStyleIdx="0" presStyleCnt="3"/>
      <dgm:spPr/>
    </dgm:pt>
    <dgm:pt modelId="{B52BAD48-C17C-4209-8BB5-65B9392ABF27}" type="pres">
      <dgm:prSet presAssocID="{C5DC7CE5-0A00-459C-A028-08268D16ECE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94AD37B-D71E-4655-B2AC-312FDAA5D054}" type="pres">
      <dgm:prSet presAssocID="{C5DC7CE5-0A00-459C-A028-08268D16ECE6}" presName="negativeSpace" presStyleCnt="0"/>
      <dgm:spPr/>
    </dgm:pt>
    <dgm:pt modelId="{43D4E321-F645-4F05-A979-6C327CD7BB29}" type="pres">
      <dgm:prSet presAssocID="{C5DC7CE5-0A00-459C-A028-08268D16ECE6}" presName="childText" presStyleLbl="conFgAcc1" presStyleIdx="1" presStyleCnt="3" custLinFactY="-1054" custLinFactNeighborX="-707" custLinFactNeighborY="-100000">
        <dgm:presLayoutVars>
          <dgm:bulletEnabled val="1"/>
        </dgm:presLayoutVars>
      </dgm:prSet>
      <dgm:spPr/>
    </dgm:pt>
    <dgm:pt modelId="{FD0A0928-D752-40A6-818D-4A4E6D293389}" type="pres">
      <dgm:prSet presAssocID="{4D1F65E9-C3FC-4B20-A325-3499989D0E56}" presName="spaceBetweenRectangles" presStyleCnt="0"/>
      <dgm:spPr/>
    </dgm:pt>
    <dgm:pt modelId="{AC9B1ACB-6EF0-41E3-B124-7E1091A8E973}" type="pres">
      <dgm:prSet presAssocID="{805A9EAD-607C-48E4-B8BA-675E552AFE72}" presName="parentLin" presStyleCnt="0"/>
      <dgm:spPr/>
    </dgm:pt>
    <dgm:pt modelId="{522E9324-F795-4236-8772-2ADAADABC4A0}" type="pres">
      <dgm:prSet presAssocID="{805A9EAD-607C-48E4-B8BA-675E552AFE72}" presName="parentLeftMargin" presStyleLbl="node1" presStyleIdx="1" presStyleCnt="3"/>
      <dgm:spPr/>
    </dgm:pt>
    <dgm:pt modelId="{EE57350D-1939-4A32-81BC-D173D4286383}" type="pres">
      <dgm:prSet presAssocID="{805A9EAD-607C-48E4-B8BA-675E552AFE7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0334714-344E-4DB6-B32C-E8BD2D99253E}" type="pres">
      <dgm:prSet presAssocID="{805A9EAD-607C-48E4-B8BA-675E552AFE72}" presName="negativeSpace" presStyleCnt="0"/>
      <dgm:spPr/>
    </dgm:pt>
    <dgm:pt modelId="{E681FAB7-B10C-4628-A782-F733539F8135}" type="pres">
      <dgm:prSet presAssocID="{805A9EAD-607C-48E4-B8BA-675E552AFE7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F533027-20C2-4A9C-8AA7-07CE64513DD3}" srcId="{F5C38C0D-7F41-4ED5-A9F3-53FA761270A7}" destId="{C5DC7CE5-0A00-459C-A028-08268D16ECE6}" srcOrd="1" destOrd="0" parTransId="{FA40A6B7-0C69-443C-B175-F5E2F18443C6}" sibTransId="{4D1F65E9-C3FC-4B20-A325-3499989D0E56}"/>
    <dgm:cxn modelId="{1A068E29-75A6-44B4-9F29-F1EA888205F9}" type="presOf" srcId="{C5DC7CE5-0A00-459C-A028-08268D16ECE6}" destId="{B52BAD48-C17C-4209-8BB5-65B9392ABF27}" srcOrd="1" destOrd="0" presId="urn:microsoft.com/office/officeart/2005/8/layout/list1"/>
    <dgm:cxn modelId="{F4836536-3245-49B6-A461-38E02DA9FFD5}" type="presOf" srcId="{C5DC7CE5-0A00-459C-A028-08268D16ECE6}" destId="{FF6A5CF9-695F-4D26-81E8-84F8EC3BF490}" srcOrd="0" destOrd="0" presId="urn:microsoft.com/office/officeart/2005/8/layout/list1"/>
    <dgm:cxn modelId="{99F91044-CE4C-4D4A-8F85-85567CA1BC0A}" type="presOf" srcId="{9CDC9483-ED8D-4CA3-B39C-D0FFDD0F1388}" destId="{46A6DD46-2AA5-4FE9-9539-514928EE5353}" srcOrd="1" destOrd="0" presId="urn:microsoft.com/office/officeart/2005/8/layout/list1"/>
    <dgm:cxn modelId="{C0503954-492F-44CE-8489-0F044E0D05CF}" type="presOf" srcId="{805A9EAD-607C-48E4-B8BA-675E552AFE72}" destId="{EE57350D-1939-4A32-81BC-D173D4286383}" srcOrd="1" destOrd="0" presId="urn:microsoft.com/office/officeart/2005/8/layout/list1"/>
    <dgm:cxn modelId="{8F99D479-0470-4F9A-A375-64D603E882DD}" type="presOf" srcId="{805A9EAD-607C-48E4-B8BA-675E552AFE72}" destId="{522E9324-F795-4236-8772-2ADAADABC4A0}" srcOrd="0" destOrd="0" presId="urn:microsoft.com/office/officeart/2005/8/layout/list1"/>
    <dgm:cxn modelId="{98740590-02B3-4B7A-B695-4F3428DF616B}" srcId="{F5C38C0D-7F41-4ED5-A9F3-53FA761270A7}" destId="{805A9EAD-607C-48E4-B8BA-675E552AFE72}" srcOrd="2" destOrd="0" parTransId="{EC9A6FB0-DB98-47C6-AB02-9943267C55F2}" sibTransId="{2F835870-439D-4DEC-B788-F7C4FF4BE506}"/>
    <dgm:cxn modelId="{88BA7EC6-4174-45C2-A960-1773CCBA85CB}" type="presOf" srcId="{F5C38C0D-7F41-4ED5-A9F3-53FA761270A7}" destId="{3393DD23-CE6A-47C2-8BD5-F1F63065991F}" srcOrd="0" destOrd="0" presId="urn:microsoft.com/office/officeart/2005/8/layout/list1"/>
    <dgm:cxn modelId="{B56960F7-98AA-4B54-9FD1-3E060DD619F9}" srcId="{F5C38C0D-7F41-4ED5-A9F3-53FA761270A7}" destId="{9CDC9483-ED8D-4CA3-B39C-D0FFDD0F1388}" srcOrd="0" destOrd="0" parTransId="{4948AD93-0345-4F75-872E-F1DAA1CB3108}" sibTransId="{E68C60B3-E9F3-4F30-A0C7-68917B911C82}"/>
    <dgm:cxn modelId="{BAF8F4F7-2DF1-4458-AA8C-905670054E6D}" type="presOf" srcId="{9CDC9483-ED8D-4CA3-B39C-D0FFDD0F1388}" destId="{83E1F25D-7966-49F4-813E-4FF570C57EF9}" srcOrd="0" destOrd="0" presId="urn:microsoft.com/office/officeart/2005/8/layout/list1"/>
    <dgm:cxn modelId="{22232877-A70D-4CB3-8BD2-4AFA1CA108C8}" type="presParOf" srcId="{3393DD23-CE6A-47C2-8BD5-F1F63065991F}" destId="{BA919517-B033-41A9-86CF-404C8E74A505}" srcOrd="0" destOrd="0" presId="urn:microsoft.com/office/officeart/2005/8/layout/list1"/>
    <dgm:cxn modelId="{012794C5-6EE5-4635-893B-9061181EDBE6}" type="presParOf" srcId="{BA919517-B033-41A9-86CF-404C8E74A505}" destId="{83E1F25D-7966-49F4-813E-4FF570C57EF9}" srcOrd="0" destOrd="0" presId="urn:microsoft.com/office/officeart/2005/8/layout/list1"/>
    <dgm:cxn modelId="{7976ED18-04D5-4184-8683-1A5616D8EC36}" type="presParOf" srcId="{BA919517-B033-41A9-86CF-404C8E74A505}" destId="{46A6DD46-2AA5-4FE9-9539-514928EE5353}" srcOrd="1" destOrd="0" presId="urn:microsoft.com/office/officeart/2005/8/layout/list1"/>
    <dgm:cxn modelId="{E72BACD9-3F4E-4456-8CAE-1CF1E33A3A6A}" type="presParOf" srcId="{3393DD23-CE6A-47C2-8BD5-F1F63065991F}" destId="{B61B850F-ED1B-4864-AF8F-B61F31CF7F98}" srcOrd="1" destOrd="0" presId="urn:microsoft.com/office/officeart/2005/8/layout/list1"/>
    <dgm:cxn modelId="{C7DCCA3E-E489-471D-A3A0-9AC7C05DBE6B}" type="presParOf" srcId="{3393DD23-CE6A-47C2-8BD5-F1F63065991F}" destId="{C7BBE3D3-9B60-4B80-BFEE-D0FBB215ED47}" srcOrd="2" destOrd="0" presId="urn:microsoft.com/office/officeart/2005/8/layout/list1"/>
    <dgm:cxn modelId="{E593F588-8EC7-4461-8439-35590F57451C}" type="presParOf" srcId="{3393DD23-CE6A-47C2-8BD5-F1F63065991F}" destId="{52E53D78-6F53-471D-A97E-8366DB451B68}" srcOrd="3" destOrd="0" presId="urn:microsoft.com/office/officeart/2005/8/layout/list1"/>
    <dgm:cxn modelId="{F35EF7B1-98E4-4CC3-966D-251B11BA8B3A}" type="presParOf" srcId="{3393DD23-CE6A-47C2-8BD5-F1F63065991F}" destId="{2E2A05F9-0EFE-48EE-8BF4-135FF77EC476}" srcOrd="4" destOrd="0" presId="urn:microsoft.com/office/officeart/2005/8/layout/list1"/>
    <dgm:cxn modelId="{BBD8566C-28F2-4F17-941B-D738CF771D28}" type="presParOf" srcId="{2E2A05F9-0EFE-48EE-8BF4-135FF77EC476}" destId="{FF6A5CF9-695F-4D26-81E8-84F8EC3BF490}" srcOrd="0" destOrd="0" presId="urn:microsoft.com/office/officeart/2005/8/layout/list1"/>
    <dgm:cxn modelId="{76ED1861-1662-47CC-A01D-D1C00D557337}" type="presParOf" srcId="{2E2A05F9-0EFE-48EE-8BF4-135FF77EC476}" destId="{B52BAD48-C17C-4209-8BB5-65B9392ABF27}" srcOrd="1" destOrd="0" presId="urn:microsoft.com/office/officeart/2005/8/layout/list1"/>
    <dgm:cxn modelId="{34701F27-B1DF-4ACD-8AE8-3D42D82DBC8B}" type="presParOf" srcId="{3393DD23-CE6A-47C2-8BD5-F1F63065991F}" destId="{994AD37B-D71E-4655-B2AC-312FDAA5D054}" srcOrd="5" destOrd="0" presId="urn:microsoft.com/office/officeart/2005/8/layout/list1"/>
    <dgm:cxn modelId="{621B228B-6878-459D-8441-E07EB12A97DC}" type="presParOf" srcId="{3393DD23-CE6A-47C2-8BD5-F1F63065991F}" destId="{43D4E321-F645-4F05-A979-6C327CD7BB29}" srcOrd="6" destOrd="0" presId="urn:microsoft.com/office/officeart/2005/8/layout/list1"/>
    <dgm:cxn modelId="{E7A58BBF-E884-46BA-803B-B1D71A922A15}" type="presParOf" srcId="{3393DD23-CE6A-47C2-8BD5-F1F63065991F}" destId="{FD0A0928-D752-40A6-818D-4A4E6D293389}" srcOrd="7" destOrd="0" presId="urn:microsoft.com/office/officeart/2005/8/layout/list1"/>
    <dgm:cxn modelId="{4ADF80E2-D0EA-4DBF-9259-B855B2F8CF34}" type="presParOf" srcId="{3393DD23-CE6A-47C2-8BD5-F1F63065991F}" destId="{AC9B1ACB-6EF0-41E3-B124-7E1091A8E973}" srcOrd="8" destOrd="0" presId="urn:microsoft.com/office/officeart/2005/8/layout/list1"/>
    <dgm:cxn modelId="{E809EBE6-A006-47D0-B889-6CB7E827BD5F}" type="presParOf" srcId="{AC9B1ACB-6EF0-41E3-B124-7E1091A8E973}" destId="{522E9324-F795-4236-8772-2ADAADABC4A0}" srcOrd="0" destOrd="0" presId="urn:microsoft.com/office/officeart/2005/8/layout/list1"/>
    <dgm:cxn modelId="{2C5BE4D7-0620-409F-A650-75B64305EB49}" type="presParOf" srcId="{AC9B1ACB-6EF0-41E3-B124-7E1091A8E973}" destId="{EE57350D-1939-4A32-81BC-D173D4286383}" srcOrd="1" destOrd="0" presId="urn:microsoft.com/office/officeart/2005/8/layout/list1"/>
    <dgm:cxn modelId="{407E706A-FB3D-4C6F-928A-42F36040D208}" type="presParOf" srcId="{3393DD23-CE6A-47C2-8BD5-F1F63065991F}" destId="{A0334714-344E-4DB6-B32C-E8BD2D99253E}" srcOrd="9" destOrd="0" presId="urn:microsoft.com/office/officeart/2005/8/layout/list1"/>
    <dgm:cxn modelId="{0096B528-2329-4C74-9369-722962AE0DE3}" type="presParOf" srcId="{3393DD23-CE6A-47C2-8BD5-F1F63065991F}" destId="{E681FAB7-B10C-4628-A782-F733539F813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8292F-8CAE-49A9-A424-BC50E499E5E9}">
      <dsp:nvSpPr>
        <dsp:cNvPr id="0" name=""/>
        <dsp:cNvSpPr/>
      </dsp:nvSpPr>
      <dsp:spPr>
        <a:xfrm>
          <a:off x="0" y="306127"/>
          <a:ext cx="511174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F9B995-B0F5-47B2-887F-B4DD8F857AE1}">
      <dsp:nvSpPr>
        <dsp:cNvPr id="0" name=""/>
        <dsp:cNvSpPr/>
      </dsp:nvSpPr>
      <dsp:spPr>
        <a:xfrm>
          <a:off x="158750" y="133375"/>
          <a:ext cx="3578224" cy="44280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United  States</a:t>
          </a:r>
        </a:p>
      </dsp:txBody>
      <dsp:txXfrm>
        <a:off x="180366" y="154991"/>
        <a:ext cx="3534992" cy="399568"/>
      </dsp:txXfrm>
    </dsp:sp>
    <dsp:sp modelId="{A31CD89C-6C74-4559-ABCA-FB4730777F92}">
      <dsp:nvSpPr>
        <dsp:cNvPr id="0" name=""/>
        <dsp:cNvSpPr/>
      </dsp:nvSpPr>
      <dsp:spPr>
        <a:xfrm>
          <a:off x="0" y="895527"/>
          <a:ext cx="511174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E04A64-8019-4519-8436-EBEA4D58F0BE}">
      <dsp:nvSpPr>
        <dsp:cNvPr id="0" name=""/>
        <dsp:cNvSpPr/>
      </dsp:nvSpPr>
      <dsp:spPr>
        <a:xfrm>
          <a:off x="158750" y="732778"/>
          <a:ext cx="3578224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India</a:t>
          </a:r>
        </a:p>
      </dsp:txBody>
      <dsp:txXfrm>
        <a:off x="180366" y="754394"/>
        <a:ext cx="3534992" cy="399568"/>
      </dsp:txXfrm>
    </dsp:sp>
    <dsp:sp modelId="{91F0896A-5207-4D14-BCE3-0622AC7F6D79}">
      <dsp:nvSpPr>
        <dsp:cNvPr id="0" name=""/>
        <dsp:cNvSpPr/>
      </dsp:nvSpPr>
      <dsp:spPr>
        <a:xfrm>
          <a:off x="0" y="1473027"/>
          <a:ext cx="511174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7010E2-EDC0-48DB-A2ED-6E1F15970B69}">
      <dsp:nvSpPr>
        <dsp:cNvPr id="0" name=""/>
        <dsp:cNvSpPr/>
      </dsp:nvSpPr>
      <dsp:spPr>
        <a:xfrm>
          <a:off x="158750" y="1336680"/>
          <a:ext cx="3578224" cy="442800"/>
        </a:xfrm>
        <a:prstGeom prst="round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United Kingdom</a:t>
          </a:r>
        </a:p>
      </dsp:txBody>
      <dsp:txXfrm>
        <a:off x="180366" y="1358296"/>
        <a:ext cx="3534992" cy="399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F59044-F757-473B-ABF7-3CCEE2B75A8A}">
      <dsp:nvSpPr>
        <dsp:cNvPr id="0" name=""/>
        <dsp:cNvSpPr/>
      </dsp:nvSpPr>
      <dsp:spPr>
        <a:xfrm>
          <a:off x="0" y="121381"/>
          <a:ext cx="511174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F08CE-63B0-494E-8CA6-B401442725BA}">
      <dsp:nvSpPr>
        <dsp:cNvPr id="0" name=""/>
        <dsp:cNvSpPr/>
      </dsp:nvSpPr>
      <dsp:spPr>
        <a:xfrm>
          <a:off x="158750" y="0"/>
          <a:ext cx="3578224" cy="472320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 err="1"/>
            <a:t>Canade</a:t>
          </a:r>
          <a:endParaRPr lang="en-IN" sz="1600" kern="1200" dirty="0"/>
        </a:p>
      </dsp:txBody>
      <dsp:txXfrm>
        <a:off x="181807" y="23057"/>
        <a:ext cx="3532110" cy="426206"/>
      </dsp:txXfrm>
    </dsp:sp>
    <dsp:sp modelId="{95C8EF11-FC55-4B86-9E25-D590A25E81F4}">
      <dsp:nvSpPr>
        <dsp:cNvPr id="0" name=""/>
        <dsp:cNvSpPr/>
      </dsp:nvSpPr>
      <dsp:spPr>
        <a:xfrm>
          <a:off x="0" y="729402"/>
          <a:ext cx="511174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D122B2-7BCB-42CE-8D4E-FAA701E7BC5F}">
      <dsp:nvSpPr>
        <dsp:cNvPr id="0" name=""/>
        <dsp:cNvSpPr/>
      </dsp:nvSpPr>
      <dsp:spPr>
        <a:xfrm>
          <a:off x="158750" y="589585"/>
          <a:ext cx="3578224" cy="472320"/>
        </a:xfrm>
        <a:prstGeom prst="round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Spain</a:t>
          </a:r>
        </a:p>
      </dsp:txBody>
      <dsp:txXfrm>
        <a:off x="181807" y="612642"/>
        <a:ext cx="3532110" cy="426206"/>
      </dsp:txXfrm>
    </dsp:sp>
    <dsp:sp modelId="{F159869B-F2BA-45E1-8865-6732E77EC9DA}">
      <dsp:nvSpPr>
        <dsp:cNvPr id="0" name=""/>
        <dsp:cNvSpPr/>
      </dsp:nvSpPr>
      <dsp:spPr>
        <a:xfrm>
          <a:off x="0" y="1343053"/>
          <a:ext cx="511174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BABB67-FAF3-4F0E-A456-5928293B54C0}">
      <dsp:nvSpPr>
        <dsp:cNvPr id="0" name=""/>
        <dsp:cNvSpPr/>
      </dsp:nvSpPr>
      <dsp:spPr>
        <a:xfrm>
          <a:off x="158750" y="1191526"/>
          <a:ext cx="3578224" cy="472320"/>
        </a:xfrm>
        <a:prstGeom prst="roundRect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Egypt</a:t>
          </a:r>
        </a:p>
      </dsp:txBody>
      <dsp:txXfrm>
        <a:off x="181807" y="1214583"/>
        <a:ext cx="3532110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B714AF-821E-4B92-AB12-AF36186481C7}">
      <dsp:nvSpPr>
        <dsp:cNvPr id="0" name=""/>
        <dsp:cNvSpPr/>
      </dsp:nvSpPr>
      <dsp:spPr>
        <a:xfrm>
          <a:off x="0" y="275129"/>
          <a:ext cx="511174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42D87A-DA9A-4288-85E7-4FE0BD088A50}">
      <dsp:nvSpPr>
        <dsp:cNvPr id="0" name=""/>
        <dsp:cNvSpPr/>
      </dsp:nvSpPr>
      <dsp:spPr>
        <a:xfrm>
          <a:off x="150811" y="79389"/>
          <a:ext cx="3578224" cy="442800"/>
        </a:xfrm>
        <a:prstGeom prst="round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Nigeria</a:t>
          </a:r>
        </a:p>
      </dsp:txBody>
      <dsp:txXfrm>
        <a:off x="172427" y="101005"/>
        <a:ext cx="3534992" cy="399568"/>
      </dsp:txXfrm>
    </dsp:sp>
    <dsp:sp modelId="{62D9017B-137B-4938-824D-D2B6951FD12C}">
      <dsp:nvSpPr>
        <dsp:cNvPr id="0" name=""/>
        <dsp:cNvSpPr/>
      </dsp:nvSpPr>
      <dsp:spPr>
        <a:xfrm>
          <a:off x="0" y="892089"/>
          <a:ext cx="511174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A9844-C767-40C7-AB0F-D4A5741FFDF6}">
      <dsp:nvSpPr>
        <dsp:cNvPr id="0" name=""/>
        <dsp:cNvSpPr/>
      </dsp:nvSpPr>
      <dsp:spPr>
        <a:xfrm>
          <a:off x="141286" y="779476"/>
          <a:ext cx="3578224" cy="442800"/>
        </a:xfrm>
        <a:prstGeom prst="round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Indonesia</a:t>
          </a:r>
        </a:p>
      </dsp:txBody>
      <dsp:txXfrm>
        <a:off x="162902" y="801092"/>
        <a:ext cx="3534992" cy="399568"/>
      </dsp:txXfrm>
    </dsp:sp>
    <dsp:sp modelId="{B8A4B16E-A918-4FF7-8DA4-A1E33AE99FAC}">
      <dsp:nvSpPr>
        <dsp:cNvPr id="0" name=""/>
        <dsp:cNvSpPr/>
      </dsp:nvSpPr>
      <dsp:spPr>
        <a:xfrm>
          <a:off x="0" y="1574798"/>
          <a:ext cx="511174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3246C0-E10E-4C72-A83B-98D325B29539}">
      <dsp:nvSpPr>
        <dsp:cNvPr id="0" name=""/>
        <dsp:cNvSpPr/>
      </dsp:nvSpPr>
      <dsp:spPr>
        <a:xfrm>
          <a:off x="122237" y="1424054"/>
          <a:ext cx="3578224" cy="442800"/>
        </a:xfrm>
        <a:prstGeom prst="round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Turkey</a:t>
          </a:r>
        </a:p>
      </dsp:txBody>
      <dsp:txXfrm>
        <a:off x="143853" y="1445670"/>
        <a:ext cx="3534992" cy="3995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8292F-8CAE-49A9-A424-BC50E499E5E9}">
      <dsp:nvSpPr>
        <dsp:cNvPr id="0" name=""/>
        <dsp:cNvSpPr/>
      </dsp:nvSpPr>
      <dsp:spPr>
        <a:xfrm>
          <a:off x="0" y="306127"/>
          <a:ext cx="511174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F9B995-B0F5-47B2-887F-B4DD8F857AE1}">
      <dsp:nvSpPr>
        <dsp:cNvPr id="0" name=""/>
        <dsp:cNvSpPr/>
      </dsp:nvSpPr>
      <dsp:spPr>
        <a:xfrm>
          <a:off x="158750" y="133375"/>
          <a:ext cx="3578224" cy="442800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United States</a:t>
          </a:r>
        </a:p>
      </dsp:txBody>
      <dsp:txXfrm>
        <a:off x="180366" y="154991"/>
        <a:ext cx="3534992" cy="399568"/>
      </dsp:txXfrm>
    </dsp:sp>
    <dsp:sp modelId="{A31CD89C-6C74-4559-ABCA-FB4730777F92}">
      <dsp:nvSpPr>
        <dsp:cNvPr id="0" name=""/>
        <dsp:cNvSpPr/>
      </dsp:nvSpPr>
      <dsp:spPr>
        <a:xfrm>
          <a:off x="0" y="895527"/>
          <a:ext cx="511174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E04A64-8019-4519-8436-EBEA4D58F0BE}">
      <dsp:nvSpPr>
        <dsp:cNvPr id="0" name=""/>
        <dsp:cNvSpPr/>
      </dsp:nvSpPr>
      <dsp:spPr>
        <a:xfrm>
          <a:off x="158750" y="732778"/>
          <a:ext cx="3578224" cy="442800"/>
        </a:xfrm>
        <a:prstGeom prst="round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United Kingdom</a:t>
          </a:r>
        </a:p>
      </dsp:txBody>
      <dsp:txXfrm>
        <a:off x="180366" y="754394"/>
        <a:ext cx="3534992" cy="399568"/>
      </dsp:txXfrm>
    </dsp:sp>
    <dsp:sp modelId="{91F0896A-5207-4D14-BCE3-0622AC7F6D79}">
      <dsp:nvSpPr>
        <dsp:cNvPr id="0" name=""/>
        <dsp:cNvSpPr/>
      </dsp:nvSpPr>
      <dsp:spPr>
        <a:xfrm>
          <a:off x="0" y="1473027"/>
          <a:ext cx="511174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7010E2-EDC0-48DB-A2ED-6E1F15970B69}">
      <dsp:nvSpPr>
        <dsp:cNvPr id="0" name=""/>
        <dsp:cNvSpPr/>
      </dsp:nvSpPr>
      <dsp:spPr>
        <a:xfrm>
          <a:off x="158750" y="1336680"/>
          <a:ext cx="3578224" cy="442800"/>
        </a:xfrm>
        <a:prstGeom prst="round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Japan</a:t>
          </a:r>
        </a:p>
      </dsp:txBody>
      <dsp:txXfrm>
        <a:off x="180366" y="1358296"/>
        <a:ext cx="3534992" cy="3995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8292F-8CAE-49A9-A424-BC50E499E5E9}">
      <dsp:nvSpPr>
        <dsp:cNvPr id="0" name=""/>
        <dsp:cNvSpPr/>
      </dsp:nvSpPr>
      <dsp:spPr>
        <a:xfrm>
          <a:off x="0" y="180865"/>
          <a:ext cx="511174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F9B995-B0F5-47B2-887F-B4DD8F857AE1}">
      <dsp:nvSpPr>
        <dsp:cNvPr id="0" name=""/>
        <dsp:cNvSpPr/>
      </dsp:nvSpPr>
      <dsp:spPr>
        <a:xfrm>
          <a:off x="158750" y="133375"/>
          <a:ext cx="3578224" cy="442800"/>
        </a:xfrm>
        <a:prstGeom prst="round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South Korea</a:t>
          </a:r>
        </a:p>
      </dsp:txBody>
      <dsp:txXfrm>
        <a:off x="180366" y="154991"/>
        <a:ext cx="3534992" cy="399568"/>
      </dsp:txXfrm>
    </dsp:sp>
    <dsp:sp modelId="{A31CD89C-6C74-4559-ABCA-FB4730777F92}">
      <dsp:nvSpPr>
        <dsp:cNvPr id="0" name=""/>
        <dsp:cNvSpPr/>
      </dsp:nvSpPr>
      <dsp:spPr>
        <a:xfrm>
          <a:off x="0" y="895527"/>
          <a:ext cx="511174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E04A64-8019-4519-8436-EBEA4D58F0BE}">
      <dsp:nvSpPr>
        <dsp:cNvPr id="0" name=""/>
        <dsp:cNvSpPr/>
      </dsp:nvSpPr>
      <dsp:spPr>
        <a:xfrm>
          <a:off x="158750" y="732778"/>
          <a:ext cx="3578224" cy="442800"/>
        </a:xfrm>
        <a:prstGeom prst="round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India</a:t>
          </a:r>
        </a:p>
      </dsp:txBody>
      <dsp:txXfrm>
        <a:off x="180366" y="754394"/>
        <a:ext cx="3534992" cy="399568"/>
      </dsp:txXfrm>
    </dsp:sp>
    <dsp:sp modelId="{91F0896A-5207-4D14-BCE3-0622AC7F6D79}">
      <dsp:nvSpPr>
        <dsp:cNvPr id="0" name=""/>
        <dsp:cNvSpPr/>
      </dsp:nvSpPr>
      <dsp:spPr>
        <a:xfrm>
          <a:off x="0" y="1473027"/>
          <a:ext cx="511174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7010E2-EDC0-48DB-A2ED-6E1F15970B69}">
      <dsp:nvSpPr>
        <dsp:cNvPr id="0" name=""/>
        <dsp:cNvSpPr/>
      </dsp:nvSpPr>
      <dsp:spPr>
        <a:xfrm>
          <a:off x="158750" y="1336680"/>
          <a:ext cx="3578224" cy="442800"/>
        </a:xfrm>
        <a:prstGeom prst="round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Taiwan</a:t>
          </a:r>
        </a:p>
      </dsp:txBody>
      <dsp:txXfrm>
        <a:off x="180366" y="1358296"/>
        <a:ext cx="3534992" cy="3995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8292F-8CAE-49A9-A424-BC50E499E5E9}">
      <dsp:nvSpPr>
        <dsp:cNvPr id="0" name=""/>
        <dsp:cNvSpPr/>
      </dsp:nvSpPr>
      <dsp:spPr>
        <a:xfrm>
          <a:off x="0" y="306127"/>
          <a:ext cx="511174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F9B995-B0F5-47B2-887F-B4DD8F857AE1}">
      <dsp:nvSpPr>
        <dsp:cNvPr id="0" name=""/>
        <dsp:cNvSpPr/>
      </dsp:nvSpPr>
      <dsp:spPr>
        <a:xfrm>
          <a:off x="158750" y="133375"/>
          <a:ext cx="3578224" cy="442800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Canda</a:t>
          </a:r>
        </a:p>
      </dsp:txBody>
      <dsp:txXfrm>
        <a:off x="180366" y="154991"/>
        <a:ext cx="3534992" cy="399568"/>
      </dsp:txXfrm>
    </dsp:sp>
    <dsp:sp modelId="{A31CD89C-6C74-4559-ABCA-FB4730777F92}">
      <dsp:nvSpPr>
        <dsp:cNvPr id="0" name=""/>
        <dsp:cNvSpPr/>
      </dsp:nvSpPr>
      <dsp:spPr>
        <a:xfrm>
          <a:off x="0" y="895527"/>
          <a:ext cx="511174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E04A64-8019-4519-8436-EBEA4D58F0BE}">
      <dsp:nvSpPr>
        <dsp:cNvPr id="0" name=""/>
        <dsp:cNvSpPr/>
      </dsp:nvSpPr>
      <dsp:spPr>
        <a:xfrm>
          <a:off x="158750" y="732778"/>
          <a:ext cx="3578224" cy="44280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France</a:t>
          </a:r>
        </a:p>
      </dsp:txBody>
      <dsp:txXfrm>
        <a:off x="180366" y="754394"/>
        <a:ext cx="3534992" cy="399568"/>
      </dsp:txXfrm>
    </dsp:sp>
    <dsp:sp modelId="{91F0896A-5207-4D14-BCE3-0622AC7F6D79}">
      <dsp:nvSpPr>
        <dsp:cNvPr id="0" name=""/>
        <dsp:cNvSpPr/>
      </dsp:nvSpPr>
      <dsp:spPr>
        <a:xfrm>
          <a:off x="0" y="1473027"/>
          <a:ext cx="511174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7010E2-EDC0-48DB-A2ED-6E1F15970B69}">
      <dsp:nvSpPr>
        <dsp:cNvPr id="0" name=""/>
        <dsp:cNvSpPr/>
      </dsp:nvSpPr>
      <dsp:spPr>
        <a:xfrm>
          <a:off x="158750" y="1336680"/>
          <a:ext cx="3578224" cy="442800"/>
        </a:xfrm>
        <a:prstGeom prst="round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Australia</a:t>
          </a:r>
        </a:p>
      </dsp:txBody>
      <dsp:txXfrm>
        <a:off x="180366" y="1358296"/>
        <a:ext cx="3534992" cy="39956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D04D89-A601-40EE-A0DB-86B579E37285}">
      <dsp:nvSpPr>
        <dsp:cNvPr id="0" name=""/>
        <dsp:cNvSpPr/>
      </dsp:nvSpPr>
      <dsp:spPr>
        <a:xfrm>
          <a:off x="0" y="1966894"/>
          <a:ext cx="5647270" cy="4677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300" kern="1200"/>
        </a:p>
      </dsp:txBody>
      <dsp:txXfrm>
        <a:off x="0" y="1966894"/>
        <a:ext cx="5647270" cy="467798"/>
      </dsp:txXfrm>
    </dsp:sp>
    <dsp:sp modelId="{12620369-1691-49DA-AB5F-0DF4B783B648}">
      <dsp:nvSpPr>
        <dsp:cNvPr id="0" name=""/>
        <dsp:cNvSpPr/>
      </dsp:nvSpPr>
      <dsp:spPr>
        <a:xfrm>
          <a:off x="0" y="96739"/>
          <a:ext cx="5647270" cy="4677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kern="1200" dirty="0"/>
            <a:t>Documentaries</a:t>
          </a:r>
        </a:p>
      </dsp:txBody>
      <dsp:txXfrm>
        <a:off x="0" y="96739"/>
        <a:ext cx="5647270" cy="467798"/>
      </dsp:txXfrm>
    </dsp:sp>
    <dsp:sp modelId="{9480F635-6B8D-48A6-84BE-8129BE235D5F}">
      <dsp:nvSpPr>
        <dsp:cNvPr id="0" name=""/>
        <dsp:cNvSpPr/>
      </dsp:nvSpPr>
      <dsp:spPr>
        <a:xfrm>
          <a:off x="0" y="1966894"/>
          <a:ext cx="5647270" cy="467798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Dramas,independent,international</a:t>
          </a:r>
          <a:r>
            <a:rPr lang="en-IN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movies</a:t>
          </a:r>
        </a:p>
      </dsp:txBody>
      <dsp:txXfrm>
        <a:off x="0" y="1966894"/>
        <a:ext cx="5647270" cy="467798"/>
      </dsp:txXfrm>
    </dsp:sp>
    <dsp:sp modelId="{F711EAC5-C9E5-49FA-98E5-D935DF3E7BE6}">
      <dsp:nvSpPr>
        <dsp:cNvPr id="0" name=""/>
        <dsp:cNvSpPr/>
      </dsp:nvSpPr>
      <dsp:spPr>
        <a:xfrm>
          <a:off x="0" y="1303243"/>
          <a:ext cx="5647270" cy="4677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 err="1"/>
            <a:t>Comedies,dramas,international</a:t>
          </a:r>
          <a:r>
            <a:rPr lang="en-IN" sz="1900" kern="1200" dirty="0"/>
            <a:t> movies</a:t>
          </a:r>
        </a:p>
      </dsp:txBody>
      <dsp:txXfrm>
        <a:off x="0" y="1303243"/>
        <a:ext cx="5647270" cy="467798"/>
      </dsp:txXfrm>
    </dsp:sp>
    <dsp:sp modelId="{A4C88DA3-9DBC-4713-BAE8-1550C5653126}">
      <dsp:nvSpPr>
        <dsp:cNvPr id="0" name=""/>
        <dsp:cNvSpPr/>
      </dsp:nvSpPr>
      <dsp:spPr>
        <a:xfrm>
          <a:off x="0" y="683204"/>
          <a:ext cx="5647270" cy="4677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Stand-up </a:t>
          </a:r>
          <a:r>
            <a:rPr lang="en-IN" sz="1900" kern="1200" dirty="0" err="1"/>
            <a:t>comdey</a:t>
          </a:r>
          <a:endParaRPr lang="en-IN" sz="1900" kern="1200" dirty="0"/>
        </a:p>
      </dsp:txBody>
      <dsp:txXfrm>
        <a:off x="0" y="683204"/>
        <a:ext cx="5647270" cy="4677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D04D89-A601-40EE-A0DB-86B579E37285}">
      <dsp:nvSpPr>
        <dsp:cNvPr id="0" name=""/>
        <dsp:cNvSpPr/>
      </dsp:nvSpPr>
      <dsp:spPr>
        <a:xfrm>
          <a:off x="0" y="1966894"/>
          <a:ext cx="5647270" cy="4677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300" kern="1200"/>
        </a:p>
      </dsp:txBody>
      <dsp:txXfrm>
        <a:off x="0" y="1966894"/>
        <a:ext cx="5647270" cy="467798"/>
      </dsp:txXfrm>
    </dsp:sp>
    <dsp:sp modelId="{12620369-1691-49DA-AB5F-0DF4B783B648}">
      <dsp:nvSpPr>
        <dsp:cNvPr id="0" name=""/>
        <dsp:cNvSpPr/>
      </dsp:nvSpPr>
      <dsp:spPr>
        <a:xfrm>
          <a:off x="0" y="64793"/>
          <a:ext cx="5647270" cy="467798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Children &amp; family movies</a:t>
          </a:r>
        </a:p>
      </dsp:txBody>
      <dsp:txXfrm>
        <a:off x="0" y="64793"/>
        <a:ext cx="5647270" cy="467798"/>
      </dsp:txXfrm>
    </dsp:sp>
    <dsp:sp modelId="{9480F635-6B8D-48A6-84BE-8129BE235D5F}">
      <dsp:nvSpPr>
        <dsp:cNvPr id="0" name=""/>
        <dsp:cNvSpPr/>
      </dsp:nvSpPr>
      <dsp:spPr>
        <a:xfrm>
          <a:off x="0" y="1966894"/>
          <a:ext cx="5647270" cy="467798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Dramas,international</a:t>
          </a:r>
          <a:r>
            <a:rPr lang="en-IN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en-IN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movies,romantic</a:t>
          </a:r>
          <a:r>
            <a:rPr lang="en-IN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movies</a:t>
          </a:r>
        </a:p>
      </dsp:txBody>
      <dsp:txXfrm>
        <a:off x="0" y="1966894"/>
        <a:ext cx="5647270" cy="467798"/>
      </dsp:txXfrm>
    </dsp:sp>
    <dsp:sp modelId="{F711EAC5-C9E5-49FA-98E5-D935DF3E7BE6}">
      <dsp:nvSpPr>
        <dsp:cNvPr id="0" name=""/>
        <dsp:cNvSpPr/>
      </dsp:nvSpPr>
      <dsp:spPr>
        <a:xfrm>
          <a:off x="0" y="1303243"/>
          <a:ext cx="5647270" cy="467798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Documentries,international</a:t>
          </a:r>
          <a:r>
            <a:rPr lang="en-IN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movies</a:t>
          </a:r>
        </a:p>
      </dsp:txBody>
      <dsp:txXfrm>
        <a:off x="0" y="1303243"/>
        <a:ext cx="5647270" cy="467798"/>
      </dsp:txXfrm>
    </dsp:sp>
    <dsp:sp modelId="{A4C88DA3-9DBC-4713-BAE8-1550C5653126}">
      <dsp:nvSpPr>
        <dsp:cNvPr id="0" name=""/>
        <dsp:cNvSpPr/>
      </dsp:nvSpPr>
      <dsp:spPr>
        <a:xfrm>
          <a:off x="0" y="714425"/>
          <a:ext cx="5647270" cy="467798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Children &amp; family </a:t>
          </a:r>
          <a:r>
            <a:rPr lang="en-IN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movies,comedies</a:t>
          </a:r>
          <a:endParaRPr lang="en-IN" sz="19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714425"/>
        <a:ext cx="5647270" cy="46779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D04D89-A601-40EE-A0DB-86B579E37285}">
      <dsp:nvSpPr>
        <dsp:cNvPr id="0" name=""/>
        <dsp:cNvSpPr/>
      </dsp:nvSpPr>
      <dsp:spPr>
        <a:xfrm>
          <a:off x="0" y="1966894"/>
          <a:ext cx="5836355" cy="4677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300" kern="1200"/>
        </a:p>
      </dsp:txBody>
      <dsp:txXfrm>
        <a:off x="0" y="1966894"/>
        <a:ext cx="5836355" cy="467798"/>
      </dsp:txXfrm>
    </dsp:sp>
    <dsp:sp modelId="{12620369-1691-49DA-AB5F-0DF4B783B648}">
      <dsp:nvSpPr>
        <dsp:cNvPr id="0" name=""/>
        <dsp:cNvSpPr/>
      </dsp:nvSpPr>
      <dsp:spPr>
        <a:xfrm>
          <a:off x="0" y="47943"/>
          <a:ext cx="5836355" cy="467798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Internatinal</a:t>
          </a: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TV </a:t>
          </a:r>
          <a:r>
            <a:rPr lang="en-US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shows,romantic</a:t>
          </a: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TV </a:t>
          </a:r>
          <a:r>
            <a:rPr lang="en-US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shows,TV</a:t>
          </a: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comedies</a:t>
          </a:r>
          <a:endParaRPr lang="en-IN" sz="19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47943"/>
        <a:ext cx="5836355" cy="467798"/>
      </dsp:txXfrm>
    </dsp:sp>
    <dsp:sp modelId="{9480F635-6B8D-48A6-84BE-8129BE235D5F}">
      <dsp:nvSpPr>
        <dsp:cNvPr id="0" name=""/>
        <dsp:cNvSpPr/>
      </dsp:nvSpPr>
      <dsp:spPr>
        <a:xfrm>
          <a:off x="0" y="1925579"/>
          <a:ext cx="5836355" cy="467798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Docuseries</a:t>
          </a:r>
          <a:endParaRPr lang="en-IN" sz="19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1925579"/>
        <a:ext cx="5836355" cy="467798"/>
      </dsp:txXfrm>
    </dsp:sp>
    <dsp:sp modelId="{F711EAC5-C9E5-49FA-98E5-D935DF3E7BE6}">
      <dsp:nvSpPr>
        <dsp:cNvPr id="0" name=""/>
        <dsp:cNvSpPr/>
      </dsp:nvSpPr>
      <dsp:spPr>
        <a:xfrm>
          <a:off x="0" y="1303243"/>
          <a:ext cx="5836355" cy="467798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Anime </a:t>
          </a:r>
          <a:r>
            <a:rPr lang="en-US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Serirs,international</a:t>
          </a: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TV shows</a:t>
          </a:r>
          <a:endParaRPr lang="en-IN" sz="19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1303243"/>
        <a:ext cx="5836355" cy="467798"/>
      </dsp:txXfrm>
    </dsp:sp>
    <dsp:sp modelId="{A4C88DA3-9DBC-4713-BAE8-1550C5653126}">
      <dsp:nvSpPr>
        <dsp:cNvPr id="0" name=""/>
        <dsp:cNvSpPr/>
      </dsp:nvSpPr>
      <dsp:spPr>
        <a:xfrm>
          <a:off x="0" y="669390"/>
          <a:ext cx="5836355" cy="467798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>
          <a:outerShdw blurRad="50800" dist="50800" dir="5400000" algn="ctr" rotWithShape="0">
            <a:srgbClr val="000000">
              <a:alpha val="70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International TV </a:t>
          </a:r>
          <a:r>
            <a:rPr lang="en-US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shows,Romatic</a:t>
          </a: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en-US" sz="19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TVshows,TVdramas</a:t>
          </a:r>
          <a:endParaRPr lang="en-IN" sz="19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669390"/>
        <a:ext cx="5836355" cy="46779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BBE3D3-9B60-4B80-BFEE-D0FBB215ED47}">
      <dsp:nvSpPr>
        <dsp:cNvPr id="0" name=""/>
        <dsp:cNvSpPr/>
      </dsp:nvSpPr>
      <dsp:spPr>
        <a:xfrm>
          <a:off x="0" y="274692"/>
          <a:ext cx="797842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A6DD46-2AA5-4FE9-9539-514928EE5353}">
      <dsp:nvSpPr>
        <dsp:cNvPr id="0" name=""/>
        <dsp:cNvSpPr/>
      </dsp:nvSpPr>
      <dsp:spPr>
        <a:xfrm>
          <a:off x="398921" y="52820"/>
          <a:ext cx="5584895" cy="41328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096" tIns="0" rIns="21109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Rajiv </a:t>
          </a:r>
          <a:r>
            <a:rPr lang="en-US" sz="1900" kern="1200" dirty="0" err="1"/>
            <a:t>Chilaka</a:t>
          </a:r>
          <a:endParaRPr lang="en-IN" sz="1900" kern="1200" dirty="0"/>
        </a:p>
      </dsp:txBody>
      <dsp:txXfrm>
        <a:off x="419096" y="72995"/>
        <a:ext cx="5544545" cy="372930"/>
      </dsp:txXfrm>
    </dsp:sp>
    <dsp:sp modelId="{43D4E321-F645-4F05-A979-6C327CD7BB29}">
      <dsp:nvSpPr>
        <dsp:cNvPr id="0" name=""/>
        <dsp:cNvSpPr/>
      </dsp:nvSpPr>
      <dsp:spPr>
        <a:xfrm>
          <a:off x="0" y="894500"/>
          <a:ext cx="797842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BAD48-C17C-4209-8BB5-65B9392ABF27}">
      <dsp:nvSpPr>
        <dsp:cNvPr id="0" name=""/>
        <dsp:cNvSpPr/>
      </dsp:nvSpPr>
      <dsp:spPr>
        <a:xfrm>
          <a:off x="398921" y="687860"/>
          <a:ext cx="5584895" cy="413280"/>
        </a:xfrm>
        <a:prstGeom prst="round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096" tIns="0" rIns="21109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Raúl Campos, Jan Suter</a:t>
          </a:r>
        </a:p>
      </dsp:txBody>
      <dsp:txXfrm>
        <a:off x="419096" y="708035"/>
        <a:ext cx="5544545" cy="372930"/>
      </dsp:txXfrm>
    </dsp:sp>
    <dsp:sp modelId="{E681FAB7-B10C-4628-A782-F733539F8135}">
      <dsp:nvSpPr>
        <dsp:cNvPr id="0" name=""/>
        <dsp:cNvSpPr/>
      </dsp:nvSpPr>
      <dsp:spPr>
        <a:xfrm>
          <a:off x="0" y="1529540"/>
          <a:ext cx="797842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57350D-1939-4A32-81BC-D173D4286383}">
      <dsp:nvSpPr>
        <dsp:cNvPr id="0" name=""/>
        <dsp:cNvSpPr/>
      </dsp:nvSpPr>
      <dsp:spPr>
        <a:xfrm>
          <a:off x="376904" y="1331996"/>
          <a:ext cx="5584895" cy="413280"/>
        </a:xfrm>
        <a:prstGeom prst="round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096" tIns="0" rIns="21109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i="0" u="none" kern="1200" dirty="0" err="1"/>
            <a:t>Suhas</a:t>
          </a:r>
          <a:r>
            <a:rPr lang="en-IN" sz="1900" b="0" i="0" u="none" kern="1200" dirty="0"/>
            <a:t> </a:t>
          </a:r>
          <a:r>
            <a:rPr lang="en-IN" sz="1900" b="0" i="0" u="none" kern="1200" dirty="0" err="1"/>
            <a:t>Kadav</a:t>
          </a:r>
          <a:endParaRPr lang="en-IN" sz="1900" kern="1200" dirty="0"/>
        </a:p>
      </dsp:txBody>
      <dsp:txXfrm>
        <a:off x="397079" y="1352171"/>
        <a:ext cx="5544545" cy="37293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BBE3D3-9B60-4B80-BFEE-D0FBB215ED47}">
      <dsp:nvSpPr>
        <dsp:cNvPr id="0" name=""/>
        <dsp:cNvSpPr/>
      </dsp:nvSpPr>
      <dsp:spPr>
        <a:xfrm>
          <a:off x="0" y="259460"/>
          <a:ext cx="797842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A6DD46-2AA5-4FE9-9539-514928EE5353}">
      <dsp:nvSpPr>
        <dsp:cNvPr id="0" name=""/>
        <dsp:cNvSpPr/>
      </dsp:nvSpPr>
      <dsp:spPr>
        <a:xfrm>
          <a:off x="398921" y="52820"/>
          <a:ext cx="5584895" cy="413280"/>
        </a:xfrm>
        <a:prstGeom prst="round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096" tIns="0" rIns="21109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i="0" u="none" kern="1200" dirty="0"/>
            <a:t>Marcus </a:t>
          </a:r>
          <a:r>
            <a:rPr lang="en-IN" sz="1900" b="0" i="0" u="none" kern="1200" dirty="0" err="1"/>
            <a:t>Raboy</a:t>
          </a:r>
          <a:endParaRPr lang="en-IN" sz="1900" kern="1200" dirty="0"/>
        </a:p>
      </dsp:txBody>
      <dsp:txXfrm>
        <a:off x="419096" y="72995"/>
        <a:ext cx="5544545" cy="372930"/>
      </dsp:txXfrm>
    </dsp:sp>
    <dsp:sp modelId="{43D4E321-F645-4F05-A979-6C327CD7BB29}">
      <dsp:nvSpPr>
        <dsp:cNvPr id="0" name=""/>
        <dsp:cNvSpPr/>
      </dsp:nvSpPr>
      <dsp:spPr>
        <a:xfrm>
          <a:off x="0" y="894500"/>
          <a:ext cx="797842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BAD48-C17C-4209-8BB5-65B9392ABF27}">
      <dsp:nvSpPr>
        <dsp:cNvPr id="0" name=""/>
        <dsp:cNvSpPr/>
      </dsp:nvSpPr>
      <dsp:spPr>
        <a:xfrm>
          <a:off x="398921" y="687860"/>
          <a:ext cx="5584895" cy="413280"/>
        </a:xfrm>
        <a:prstGeom prst="round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096" tIns="0" rIns="21109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i="0" u="none" kern="1200" dirty="0"/>
            <a:t>Jay Karas</a:t>
          </a:r>
          <a:endParaRPr lang="en-IN" sz="1900" kern="1200" dirty="0"/>
        </a:p>
      </dsp:txBody>
      <dsp:txXfrm>
        <a:off x="419096" y="708035"/>
        <a:ext cx="5544545" cy="372930"/>
      </dsp:txXfrm>
    </dsp:sp>
    <dsp:sp modelId="{E681FAB7-B10C-4628-A782-F733539F8135}">
      <dsp:nvSpPr>
        <dsp:cNvPr id="0" name=""/>
        <dsp:cNvSpPr/>
      </dsp:nvSpPr>
      <dsp:spPr>
        <a:xfrm>
          <a:off x="0" y="1529540"/>
          <a:ext cx="797842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57350D-1939-4A32-81BC-D173D4286383}">
      <dsp:nvSpPr>
        <dsp:cNvPr id="0" name=""/>
        <dsp:cNvSpPr/>
      </dsp:nvSpPr>
      <dsp:spPr>
        <a:xfrm>
          <a:off x="398921" y="1322900"/>
          <a:ext cx="5584895" cy="413280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096" tIns="0" rIns="21109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Cathy Garcia-Molina</a:t>
          </a:r>
        </a:p>
      </dsp:txBody>
      <dsp:txXfrm>
        <a:off x="419096" y="1343075"/>
        <a:ext cx="5544545" cy="37293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BBE3D3-9B60-4B80-BFEE-D0FBB215ED47}">
      <dsp:nvSpPr>
        <dsp:cNvPr id="0" name=""/>
        <dsp:cNvSpPr/>
      </dsp:nvSpPr>
      <dsp:spPr>
        <a:xfrm>
          <a:off x="0" y="259460"/>
          <a:ext cx="797842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A6DD46-2AA5-4FE9-9539-514928EE5353}">
      <dsp:nvSpPr>
        <dsp:cNvPr id="0" name=""/>
        <dsp:cNvSpPr/>
      </dsp:nvSpPr>
      <dsp:spPr>
        <a:xfrm>
          <a:off x="398921" y="52820"/>
          <a:ext cx="5584895" cy="413280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096" tIns="0" rIns="21109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i="0" u="none" kern="1200" dirty="0"/>
            <a:t>Youssef Chahine</a:t>
          </a:r>
          <a:endParaRPr lang="en-IN" sz="1900" kern="1200" dirty="0"/>
        </a:p>
      </dsp:txBody>
      <dsp:txXfrm>
        <a:off x="419096" y="72995"/>
        <a:ext cx="5544545" cy="372930"/>
      </dsp:txXfrm>
    </dsp:sp>
    <dsp:sp modelId="{43D4E321-F645-4F05-A979-6C327CD7BB29}">
      <dsp:nvSpPr>
        <dsp:cNvPr id="0" name=""/>
        <dsp:cNvSpPr/>
      </dsp:nvSpPr>
      <dsp:spPr>
        <a:xfrm>
          <a:off x="0" y="815181"/>
          <a:ext cx="797842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BAD48-C17C-4209-8BB5-65B9392ABF27}">
      <dsp:nvSpPr>
        <dsp:cNvPr id="0" name=""/>
        <dsp:cNvSpPr/>
      </dsp:nvSpPr>
      <dsp:spPr>
        <a:xfrm>
          <a:off x="398921" y="687860"/>
          <a:ext cx="5584895" cy="413280"/>
        </a:xfrm>
        <a:prstGeom prst="round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096" tIns="0" rIns="21109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i="0" u="none" kern="1200" dirty="0"/>
            <a:t>Jay Chapman</a:t>
          </a:r>
          <a:endParaRPr lang="en-IN" sz="1900" kern="1200" dirty="0"/>
        </a:p>
      </dsp:txBody>
      <dsp:txXfrm>
        <a:off x="419096" y="708035"/>
        <a:ext cx="5544545" cy="372930"/>
      </dsp:txXfrm>
    </dsp:sp>
    <dsp:sp modelId="{E681FAB7-B10C-4628-A782-F733539F8135}">
      <dsp:nvSpPr>
        <dsp:cNvPr id="0" name=""/>
        <dsp:cNvSpPr/>
      </dsp:nvSpPr>
      <dsp:spPr>
        <a:xfrm>
          <a:off x="0" y="1529540"/>
          <a:ext cx="797842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57350D-1939-4A32-81BC-D173D4286383}">
      <dsp:nvSpPr>
        <dsp:cNvPr id="0" name=""/>
        <dsp:cNvSpPr/>
      </dsp:nvSpPr>
      <dsp:spPr>
        <a:xfrm>
          <a:off x="398921" y="1322900"/>
          <a:ext cx="5584895" cy="413280"/>
        </a:xfrm>
        <a:prstGeom prst="round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096" tIns="0" rIns="21109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i="0" u="none" kern="1200" dirty="0"/>
            <a:t>Martin Scorsese</a:t>
          </a:r>
          <a:endParaRPr lang="en-IN" sz="1400" kern="1200" dirty="0"/>
        </a:p>
      </dsp:txBody>
      <dsp:txXfrm>
        <a:off x="419096" y="1343075"/>
        <a:ext cx="5544545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19AB-2378-CBB3-2014-9DBC9AF8C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5149"/>
            <a:ext cx="9144000" cy="288280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A87FF9-4E0D-7254-FF9F-F2F38CCEA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28"/>
            <a:ext cx="9144000" cy="199917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C78EF-4D71-18B1-52DF-0A04AAB03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82CA-01A3-41D5-BBA7-EF57A9E0457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1F2A5-9C19-39C8-0CF8-FEBAF714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3E80B-CA22-32E5-15C3-81A35D85A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ACCB-50BC-4985-B984-BB974D07A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352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3D715-7EE0-CDF7-AC64-43621DF8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A05B5-484A-6351-03DF-641F13FAD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7BB9B-D1E9-F487-43A4-2C66E85E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82CA-01A3-41D5-BBA7-EF57A9E0457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81D8B-2FD4-F4D2-1788-CA995A5F6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C6751-0C93-F614-A6AD-4352B803F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ACCB-50BC-4985-B984-BB974D07A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41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E534-6199-18BC-46A0-5BE5110EE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64351"/>
            <a:ext cx="10515600" cy="344441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D283B-13B1-6D71-D6EB-285C0968A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541352"/>
            <a:ext cx="10515600" cy="18113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7110B-A0A8-CAEF-CDEB-63A9060A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82CA-01A3-41D5-BBA7-EF57A9E0457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72FA4-1EDB-2669-E1DE-53C2F54EF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58247-0DCF-0737-1F86-68D396F97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ACCB-50BC-4985-B984-BB974D07A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492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37CC3-75FB-43E5-204C-137A9A34B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146F0-D8F5-EF84-DB3F-B85E62CC2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04273"/>
            <a:ext cx="5181600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096C5-DD9E-68FF-35C5-4C780BBA8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04273"/>
            <a:ext cx="5181600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6C01A-0601-9444-84E3-A7CE98746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82CA-01A3-41D5-BBA7-EF57A9E0457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AF181-0EE7-634B-8810-1E24F810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0C581-9821-EDE3-7ADF-A749BBBB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ACCB-50BC-4985-B984-BB974D07A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73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AC3FF-3AE7-EA3E-BF06-FC2FAF39F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0855"/>
            <a:ext cx="10515600" cy="1600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D925F-2684-D425-ED86-213096194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029849"/>
            <a:ext cx="5157787" cy="9947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DC1E3-8541-C5CA-E554-F77BED6EB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024646"/>
            <a:ext cx="5157787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31B1E6-2DCA-EAE7-AE86-814EFA8D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29849"/>
            <a:ext cx="5183188" cy="9947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BFBD1A-7603-79B3-8BED-993326139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24646"/>
            <a:ext cx="5183188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37D974-24FA-4A75-1DD1-BAB0E2B7F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82CA-01A3-41D5-BBA7-EF57A9E0457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0F4192-64E4-1597-D6BA-4B10907A2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48762E-6C7F-1527-F447-E8134BFFD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ACCB-50BC-4985-B984-BB974D07A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9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8FF04-A6EE-AF22-9703-2A7B0FAD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CA4AD-CEF0-8FBC-47A0-6FE0F1655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82CA-01A3-41D5-BBA7-EF57A9E0457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C7116-2777-3007-02DA-4EC666AFC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A11DC-62E7-B156-E2FD-79867BA6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ACCB-50BC-4985-B984-BB974D07A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47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CE842F-6ACF-CC55-C776-BC40745BE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82CA-01A3-41D5-BBA7-EF57A9E0457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22A020-684C-1D6F-4586-930ADD5BF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4ED57-76AD-C65A-4ED6-FACFD2C01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ACCB-50BC-4985-B984-BB974D07A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096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D1F8-4926-9134-9B7E-0F15D869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52027"/>
            <a:ext cx="3932237" cy="193209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37465-09B8-9277-E64A-27A0DDDE5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92225"/>
            <a:ext cx="6172200" cy="58844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16DDB-3F0D-2FC5-4CBC-AE1922B84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84120"/>
            <a:ext cx="3932237" cy="46021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E4404-C20B-DA31-B8C0-0047BC7C1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82CA-01A3-41D5-BBA7-EF57A9E0457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75FB2-678E-11FE-63E2-E29E9F03C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25947-F49A-F5D7-7C41-E58DCDDAF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ACCB-50BC-4985-B984-BB974D07A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686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D49A-7163-9090-87D2-CAE438DD3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52027"/>
            <a:ext cx="3932237" cy="193209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95706B-E4E0-CBA6-7B14-F7B60AEA63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92225"/>
            <a:ext cx="6172200" cy="58844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7917A-CFA0-B135-4E9F-9B7AC3735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84120"/>
            <a:ext cx="3932237" cy="46021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7220C-0106-A6F2-0A65-3963BCA27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82CA-01A3-41D5-BBA7-EF57A9E0457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85D78-9892-610E-CC1B-ED050FEF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6046E-7896-46F0-3543-66B835FC3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ACCB-50BC-4985-B984-BB974D07A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4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E0DC-F518-FB5A-95A3-A0E61359B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F22A2-5BE8-F11F-C35A-7299202B7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AEBD2-F658-DE8E-26AD-BBCA5BA4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82CA-01A3-41D5-BBA7-EF57A9E0457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15881-A523-1B5E-B489-262E2DE14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84100-E95C-7F17-6561-8C3DB3811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ACCB-50BC-4985-B984-BB974D07A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792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0472BE-3930-544E-9BFF-25EB5095D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40855"/>
            <a:ext cx="2628900" cy="70172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FFFDE-421C-2C1B-35EF-B1BA457EE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40855"/>
            <a:ext cx="7734300" cy="7017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9186F-1DB0-4908-F75B-F23BB6F30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82CA-01A3-41D5-BBA7-EF57A9E0457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60B2B-808F-812D-F073-B39DA0813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39C4F-12EA-A9EF-2135-9185C178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ACCB-50BC-4985-B984-BB974D07A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25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91FA8A-7F3B-F0EA-9148-5280E4A53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0855"/>
            <a:ext cx="10515600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E1C13-0587-080F-5FDD-B68E3D0B3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04273"/>
            <a:ext cx="10515600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04B5E-D567-EEE4-6450-4D41B2ED7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7674704"/>
            <a:ext cx="2743200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182CA-01A3-41D5-BBA7-EF57A9E0457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D0CF9-1D10-1497-EC5A-D50EBA661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7674704"/>
            <a:ext cx="4114800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3683D-DCA9-0A13-DFF7-4B5203E46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7674704"/>
            <a:ext cx="2743200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FACCB-50BC-4985-B984-BB974D07A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96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26" Type="http://schemas.microsoft.com/office/2007/relationships/diagramDrawing" Target="../diagrams/drawing5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5" Type="http://schemas.openxmlformats.org/officeDocument/2006/relationships/diagramColors" Target="../diagrams/colors5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29" Type="http://schemas.openxmlformats.org/officeDocument/2006/relationships/diagramQuickStyle" Target="../diagrams/quickStyle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24" Type="http://schemas.openxmlformats.org/officeDocument/2006/relationships/diagramQuickStyle" Target="../diagrams/quickStyle5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23" Type="http://schemas.openxmlformats.org/officeDocument/2006/relationships/diagramLayout" Target="../diagrams/layout5.xml"/><Relationship Id="rId28" Type="http://schemas.openxmlformats.org/officeDocument/2006/relationships/diagramLayout" Target="../diagrams/layout6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31" Type="http://schemas.microsoft.com/office/2007/relationships/diagramDrawing" Target="../diagrams/drawing6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diagramData" Target="../diagrams/data5.xml"/><Relationship Id="rId27" Type="http://schemas.openxmlformats.org/officeDocument/2006/relationships/diagramData" Target="../diagrams/data6.xml"/><Relationship Id="rId30" Type="http://schemas.openxmlformats.org/officeDocument/2006/relationships/diagramColors" Target="../diagrams/colors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13" Type="http://schemas.openxmlformats.org/officeDocument/2006/relationships/diagramLayout" Target="../diagrams/layout9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12" Type="http://schemas.openxmlformats.org/officeDocument/2006/relationships/diagramData" Target="../diagrams/data9.xml"/><Relationship Id="rId2" Type="http://schemas.openxmlformats.org/officeDocument/2006/relationships/diagramData" Target="../diagrams/data7.xml"/><Relationship Id="rId16" Type="http://schemas.microsoft.com/office/2007/relationships/diagramDrawing" Target="../diagrams/drawing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5" Type="http://schemas.openxmlformats.org/officeDocument/2006/relationships/diagramColors" Target="../diagrams/colors9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Relationship Id="rId1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13" Type="http://schemas.openxmlformats.org/officeDocument/2006/relationships/diagramLayout" Target="../diagrams/layout12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12" Type="http://schemas.openxmlformats.org/officeDocument/2006/relationships/diagramData" Target="../diagrams/data12.xml"/><Relationship Id="rId2" Type="http://schemas.openxmlformats.org/officeDocument/2006/relationships/diagramData" Target="../diagrams/data10.xml"/><Relationship Id="rId16" Type="http://schemas.microsoft.com/office/2007/relationships/diagramDrawing" Target="../diagrams/drawing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5" Type="http://schemas.openxmlformats.org/officeDocument/2006/relationships/diagramColors" Target="../diagrams/colors12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Relationship Id="rId14" Type="http://schemas.openxmlformats.org/officeDocument/2006/relationships/diagramQuickStyle" Target="../diagrams/quickStyle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5846-F753-C2AA-5B80-29E736D9C2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NETFLIX MOVIES </a:t>
            </a: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TV SHOWS</a:t>
            </a:r>
            <a:endParaRPr lang="en-I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898E2-6DA2-AB6F-4C9C-EF57E43B5E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RESEARCH PROJECT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41865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5846-F753-C2AA-5B80-29E736D9C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6178"/>
            <a:ext cx="9144000" cy="991964"/>
          </a:xfrm>
        </p:spPr>
        <p:txBody>
          <a:bodyPr>
            <a:normAutofit fontScale="90000"/>
          </a:bodyPr>
          <a:lstStyle/>
          <a:p>
            <a:br>
              <a:rPr lang="en-US" sz="5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5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5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5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description</a:t>
            </a: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300" b="1" dirty="0"/>
              <a:t>show-id , Type ,Title ,Director ,cast ,country ,Data added ,</a:t>
            </a: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100" b="1" dirty="0"/>
            </a:br>
            <a:r>
              <a:rPr lang="en-US" sz="2100" b="1" dirty="0"/>
              <a:t>Release year, duration, Ratings ,listed-in, Description.</a:t>
            </a:r>
            <a:endParaRPr lang="en-IN" sz="21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898E2-6DA2-AB6F-4C9C-EF57E43B5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5495"/>
            <a:ext cx="9144000" cy="2430624"/>
          </a:xfrm>
        </p:spPr>
        <p:txBody>
          <a:bodyPr>
            <a:normAutofit fontScale="92500" lnSpcReduction="10000"/>
          </a:bodyPr>
          <a:lstStyle/>
          <a:p>
            <a:r>
              <a:rPr lang="en-US" sz="59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Data analysis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/>
              <a:t>Total number of rows-8807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/>
              <a:t>Total number of columns-12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/>
              <a:t>Total number of Movies-6131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/>
              <a:t>Total number of TV shows- 2676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08855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CA464-280B-C8B1-56DC-FDB8F482C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877" y="440855"/>
            <a:ext cx="10933923" cy="1600495"/>
          </a:xfrm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Objective</a:t>
            </a:r>
            <a:endParaRPr lang="en-IN" sz="45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CD8F2-BF1D-7D43-2930-5D84954BC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877" y="2157445"/>
            <a:ext cx="11457992" cy="47307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100" dirty="0"/>
              <a:t> </a:t>
            </a:r>
            <a:r>
              <a:rPr lang="en-US" sz="2100" dirty="0" err="1"/>
              <a:t>Analyse</a:t>
            </a:r>
            <a:r>
              <a:rPr lang="en-US" sz="2100" dirty="0"/>
              <a:t>  the movies and TV shows present on Netflix using various excel tools.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100" dirty="0"/>
              <a:t> We will try to answer some business questions like-</a:t>
            </a:r>
          </a:p>
          <a:p>
            <a:r>
              <a:rPr lang="en-US" sz="2100" dirty="0"/>
              <a:t>To find the information about a particular show-id.</a:t>
            </a:r>
          </a:p>
          <a:p>
            <a:r>
              <a:rPr lang="en-US" sz="2100" dirty="0"/>
              <a:t>Percentage of type.</a:t>
            </a:r>
          </a:p>
          <a:p>
            <a:r>
              <a:rPr lang="en-US" sz="2100" dirty="0"/>
              <a:t>Total number of release of movies and tv shows per year,</a:t>
            </a:r>
          </a:p>
          <a:p>
            <a:r>
              <a:rPr lang="en-US" sz="2100" dirty="0"/>
              <a:t>Ratings of movies and TV shows.</a:t>
            </a:r>
          </a:p>
          <a:p>
            <a:r>
              <a:rPr lang="en-US" sz="2100" dirty="0"/>
              <a:t>Top 5 actors of movies and TV shows.</a:t>
            </a:r>
          </a:p>
          <a:p>
            <a:r>
              <a:rPr lang="en-US" sz="2100" dirty="0"/>
              <a:t>Top 10 countries of movies and TV shows.</a:t>
            </a:r>
          </a:p>
          <a:p>
            <a:r>
              <a:rPr lang="en-US" sz="2100" dirty="0"/>
              <a:t>Top 10 genre of movies and TV shows.</a:t>
            </a:r>
          </a:p>
          <a:p>
            <a:r>
              <a:rPr lang="en-US" sz="2100" dirty="0"/>
              <a:t>Top 10 directors on Netflix.</a:t>
            </a: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2335947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6442-5A8E-FAC8-D390-55256FCD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LOOKUP</a:t>
            </a:r>
            <a:endParaRPr lang="en-IN" sz="45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C25D-2EE4-A06D-5202-48ECD8564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3" y="2041351"/>
            <a:ext cx="10515600" cy="11872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/>
              <a:t>To find the information about a particular show-</a:t>
            </a:r>
            <a:r>
              <a:rPr lang="en-US" sz="2100" dirty="0" err="1"/>
              <a:t>id.To</a:t>
            </a:r>
            <a:r>
              <a:rPr lang="en-US" sz="2100" dirty="0"/>
              <a:t> </a:t>
            </a:r>
            <a:r>
              <a:rPr lang="en-US" sz="2100" dirty="0" err="1"/>
              <a:t>findits</a:t>
            </a:r>
            <a:r>
              <a:rPr lang="en-US" sz="2100" dirty="0"/>
              <a:t> </a:t>
            </a:r>
            <a:r>
              <a:rPr lang="en-US" sz="2100" dirty="0" err="1"/>
              <a:t>title,director</a:t>
            </a:r>
            <a:r>
              <a:rPr lang="en-US" sz="2100" dirty="0"/>
              <a:t> ,</a:t>
            </a:r>
            <a:r>
              <a:rPr lang="en-US" sz="2100" dirty="0" err="1"/>
              <a:t>cast,rating,release</a:t>
            </a:r>
            <a:r>
              <a:rPr lang="en-US" sz="2100" dirty="0"/>
              <a:t> year using </a:t>
            </a:r>
            <a:r>
              <a:rPr lang="en-US" sz="2100" b="1" dirty="0" err="1"/>
              <a:t>vlookup</a:t>
            </a:r>
            <a:r>
              <a:rPr lang="en-US" sz="2100" dirty="0"/>
              <a:t> and </a:t>
            </a:r>
            <a:r>
              <a:rPr lang="en-US" sz="2100" b="1" dirty="0"/>
              <a:t>match</a:t>
            </a:r>
            <a:r>
              <a:rPr lang="en-US" sz="2100" dirty="0"/>
              <a:t>.</a:t>
            </a:r>
            <a:endParaRPr lang="en-IN" sz="21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39DFD7-34F2-1A1F-D955-B6D3C173892A}"/>
              </a:ext>
            </a:extLst>
          </p:cNvPr>
          <p:cNvSpPr/>
          <p:nvPr/>
        </p:nvSpPr>
        <p:spPr>
          <a:xfrm>
            <a:off x="1353312" y="4466492"/>
            <a:ext cx="9491472" cy="235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solidFill>
                  <a:schemeClr val="tx1"/>
                </a:solidFill>
              </a:rPr>
              <a:t>We have applied conditional formatting on the column </a:t>
            </a:r>
            <a:r>
              <a:rPr lang="en-US" sz="2100" dirty="0" err="1">
                <a:solidFill>
                  <a:schemeClr val="tx1"/>
                </a:solidFill>
              </a:rPr>
              <a:t>release_year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sz="2100" dirty="0">
                <a:solidFill>
                  <a:schemeClr val="tx1"/>
                </a:solidFill>
              </a:rPr>
              <a:t>Year:2000-2021:</a:t>
            </a:r>
            <a:r>
              <a:rPr lang="en-US" sz="2100" b="1" dirty="0">
                <a:solidFill>
                  <a:srgbClr val="FFFF00"/>
                </a:solidFill>
              </a:rPr>
              <a:t>yellow </a:t>
            </a:r>
            <a:r>
              <a:rPr lang="en-US" sz="2100" b="1" dirty="0" err="1">
                <a:solidFill>
                  <a:srgbClr val="FFFF00"/>
                </a:solidFill>
              </a:rPr>
              <a:t>colour</a:t>
            </a:r>
            <a:endParaRPr lang="en-US" sz="2100" b="1" dirty="0">
              <a:solidFill>
                <a:srgbClr val="FFFF00"/>
              </a:solidFill>
            </a:endParaRPr>
          </a:p>
          <a:p>
            <a:pPr algn="ctr"/>
            <a:r>
              <a:rPr lang="en-US" sz="2100" dirty="0">
                <a:solidFill>
                  <a:schemeClr val="tx1"/>
                </a:solidFill>
              </a:rPr>
              <a:t>Year:1980-2000:</a:t>
            </a:r>
            <a:r>
              <a:rPr lang="en-US" sz="2100" b="1" dirty="0">
                <a:solidFill>
                  <a:srgbClr val="92D050"/>
                </a:solidFill>
              </a:rPr>
              <a:t>green </a:t>
            </a:r>
            <a:r>
              <a:rPr lang="en-US" sz="2100" b="1" dirty="0" err="1">
                <a:solidFill>
                  <a:srgbClr val="92D050"/>
                </a:solidFill>
              </a:rPr>
              <a:t>colour</a:t>
            </a:r>
            <a:endParaRPr lang="en-US" sz="2100" b="1" dirty="0">
              <a:solidFill>
                <a:srgbClr val="92D050"/>
              </a:solidFill>
            </a:endParaRPr>
          </a:p>
          <a:p>
            <a:pPr algn="ctr"/>
            <a:r>
              <a:rPr lang="en-US" sz="2100" dirty="0" err="1">
                <a:solidFill>
                  <a:schemeClr val="tx1"/>
                </a:solidFill>
              </a:rPr>
              <a:t>Year:Less</a:t>
            </a:r>
            <a:r>
              <a:rPr lang="en-US" sz="2100" dirty="0">
                <a:solidFill>
                  <a:schemeClr val="tx1"/>
                </a:solidFill>
              </a:rPr>
              <a:t> than 1980:</a:t>
            </a:r>
            <a:r>
              <a:rPr lang="en-US" sz="21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pink </a:t>
            </a:r>
            <a:r>
              <a:rPr lang="en-US" sz="21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colour</a:t>
            </a:r>
            <a:endParaRPr lang="en-IN" sz="21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8E058-0F83-5B0D-C27E-A9C9F7065B79}"/>
              </a:ext>
            </a:extLst>
          </p:cNvPr>
          <p:cNvSpPr txBox="1"/>
          <p:nvPr/>
        </p:nvSpPr>
        <p:spPr>
          <a:xfrm>
            <a:off x="3048000" y="3683949"/>
            <a:ext cx="60960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Conditional</a:t>
            </a:r>
            <a:r>
              <a:rPr lang="en-US" sz="3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formatting</a:t>
            </a:r>
          </a:p>
        </p:txBody>
      </p:sp>
    </p:spTree>
    <p:extLst>
      <p:ext uri="{BB962C8B-B14F-4D97-AF65-F5344CB8AC3E}">
        <p14:creationId xmlns:p14="http://schemas.microsoft.com/office/powerpoint/2010/main" val="2758084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83203-6EDF-7AF9-7FD7-02C11634B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31" y="440855"/>
            <a:ext cx="11078307" cy="1600495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Business questions to be answered using pivot table and dashboard</a:t>
            </a:r>
            <a:endParaRPr lang="en-IN" sz="3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759D7-4731-1BB8-27BC-2A015411B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Percentage of type</a:t>
            </a:r>
          </a:p>
          <a:p>
            <a:r>
              <a:rPr lang="en-US" sz="2100" dirty="0"/>
              <a:t>Release per year</a:t>
            </a:r>
          </a:p>
          <a:p>
            <a:r>
              <a:rPr lang="en-US" sz="2100" dirty="0"/>
              <a:t>Ratings</a:t>
            </a:r>
          </a:p>
          <a:p>
            <a:r>
              <a:rPr lang="en-US" sz="2100" dirty="0"/>
              <a:t>Top 5 actors of movies and TV show</a:t>
            </a:r>
          </a:p>
          <a:p>
            <a:r>
              <a:rPr lang="en-US" sz="2100" dirty="0"/>
              <a:t>Top 10 countries of movies and TV show</a:t>
            </a:r>
          </a:p>
          <a:p>
            <a:r>
              <a:rPr lang="en-US" sz="2100" dirty="0"/>
              <a:t>Top 10 genre of movies and TV show</a:t>
            </a:r>
          </a:p>
          <a:p>
            <a:r>
              <a:rPr lang="en-US" sz="2100" dirty="0"/>
              <a:t>Top 10 directors on </a:t>
            </a:r>
            <a:r>
              <a:rPr lang="en-US" sz="2100" dirty="0" err="1"/>
              <a:t>Netlix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410375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5B9E2A-22C1-59CA-349B-A640D02415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89" y="1417907"/>
            <a:ext cx="10710333" cy="5513471"/>
          </a:xfrm>
        </p:spPr>
      </p:pic>
    </p:spTree>
    <p:extLst>
      <p:ext uri="{BB962C8B-B14F-4D97-AF65-F5344CB8AC3E}">
        <p14:creationId xmlns:p14="http://schemas.microsoft.com/office/powerpoint/2010/main" val="147156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D67F-9E1A-58D5-8CEC-7D6F553B6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Findings from pivot table and dashboard</a:t>
            </a:r>
            <a:endParaRPr lang="en-IN" sz="5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87D14-4762-72B5-38A6-E55FB433F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u="sng" dirty="0"/>
              <a:t>Slicer:</a:t>
            </a:r>
          </a:p>
          <a:p>
            <a:pPr marL="0" indent="0">
              <a:buNone/>
            </a:pPr>
            <a:r>
              <a:rPr lang="en-US" sz="2100" dirty="0"/>
              <a:t>      Type</a:t>
            </a:r>
          </a:p>
          <a:p>
            <a:pPr marL="0" indent="0">
              <a:buNone/>
            </a:pPr>
            <a:r>
              <a:rPr lang="en-US" sz="2100" b="1" u="sng" dirty="0"/>
              <a:t>Percentages per type:</a:t>
            </a:r>
          </a:p>
          <a:p>
            <a:pPr marL="0" indent="0">
              <a:buNone/>
            </a:pPr>
            <a:r>
              <a:rPr lang="en-US" sz="2100" dirty="0"/>
              <a:t>     TV show:30.38%                               Movie:69.62%</a:t>
            </a:r>
          </a:p>
          <a:p>
            <a:pPr marL="0" indent="0">
              <a:buNone/>
            </a:pPr>
            <a:r>
              <a:rPr lang="en-US" sz="2100" b="1" u="sng" dirty="0"/>
              <a:t>Releases per year :</a:t>
            </a:r>
          </a:p>
          <a:p>
            <a:pPr marL="0" indent="0">
              <a:buNone/>
            </a:pPr>
            <a:r>
              <a:rPr lang="en-US" sz="2100" dirty="0"/>
              <a:t>     2017 and 2018 has the highest number of release in terms of movie</a:t>
            </a:r>
          </a:p>
          <a:p>
            <a:pPr marL="0" indent="0">
              <a:buNone/>
            </a:pPr>
            <a:r>
              <a:rPr lang="en-US" sz="2100" dirty="0"/>
              <a:t>     2020 has the highest number of release in terms of TV show</a:t>
            </a:r>
          </a:p>
          <a:p>
            <a:pPr marL="0" indent="0">
              <a:buNone/>
            </a:pPr>
            <a:r>
              <a:rPr lang="en-US" sz="2100" b="1" u="sng" dirty="0"/>
              <a:t>Ratings:</a:t>
            </a:r>
            <a:endParaRPr lang="en-IN" sz="2100" b="1" u="sng" dirty="0"/>
          </a:p>
          <a:p>
            <a:pPr marL="0" indent="0">
              <a:buNone/>
            </a:pPr>
            <a:r>
              <a:rPr lang="en-US" sz="2100" dirty="0"/>
              <a:t>     The majority of the content is categorized as “TV-</a:t>
            </a:r>
            <a:r>
              <a:rPr lang="en-US" sz="2100" dirty="0" err="1"/>
              <a:t>MA”,which</a:t>
            </a:r>
            <a:r>
              <a:rPr lang="en-US" sz="2100" dirty="0"/>
              <a:t> means that most of the content available is intended or viewing by mature and adult audiences.</a:t>
            </a:r>
          </a:p>
        </p:txBody>
      </p:sp>
    </p:spTree>
    <p:extLst>
      <p:ext uri="{BB962C8B-B14F-4D97-AF65-F5344CB8AC3E}">
        <p14:creationId xmlns:p14="http://schemas.microsoft.com/office/powerpoint/2010/main" val="173479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24029-F8E7-0658-92B2-38E61757C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TOP 5 ACTORS</a:t>
            </a:r>
            <a:endParaRPr lang="en-I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EA1327-EF4D-E7A4-6387-0D97CD5589AA}"/>
              </a:ext>
            </a:extLst>
          </p:cNvPr>
          <p:cNvSpPr/>
          <p:nvPr/>
        </p:nvSpPr>
        <p:spPr>
          <a:xfrm>
            <a:off x="2251025" y="2612803"/>
            <a:ext cx="3956179" cy="350714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 err="1"/>
              <a:t>Vastsal</a:t>
            </a:r>
            <a:r>
              <a:rPr lang="en-US" sz="1900" dirty="0"/>
              <a:t> </a:t>
            </a:r>
            <a:r>
              <a:rPr lang="en-US" sz="1900" dirty="0" err="1"/>
              <a:t>Dubey,Julie</a:t>
            </a:r>
            <a:r>
              <a:rPr lang="en-US" sz="1900" dirty="0"/>
              <a:t> </a:t>
            </a:r>
            <a:r>
              <a:rPr lang="en-US" sz="1900" dirty="0" err="1"/>
              <a:t>Tejwani,Rupa</a:t>
            </a:r>
            <a:r>
              <a:rPr lang="en-US" sz="1900" dirty="0"/>
              <a:t> </a:t>
            </a:r>
            <a:r>
              <a:rPr lang="en-US" sz="1900" dirty="0" err="1"/>
              <a:t>Bhimani,Jigna</a:t>
            </a:r>
            <a:r>
              <a:rPr lang="en-US" sz="1900" dirty="0"/>
              <a:t> </a:t>
            </a:r>
            <a:r>
              <a:rPr lang="en-US" sz="1900" dirty="0" err="1"/>
              <a:t>Bhardwaj,Rajesh</a:t>
            </a:r>
            <a:r>
              <a:rPr lang="en-US" sz="1900" dirty="0"/>
              <a:t> </a:t>
            </a:r>
            <a:r>
              <a:rPr lang="en-US" sz="1900" dirty="0" err="1"/>
              <a:t>Kava,Mousam,Swanil</a:t>
            </a: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Samuel west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Jeff </a:t>
            </a:r>
            <a:r>
              <a:rPr lang="en-US" sz="1900" dirty="0" err="1"/>
              <a:t>dungham</a:t>
            </a: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Kevin hart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Craig </a:t>
            </a:r>
            <a:r>
              <a:rPr lang="en-US" sz="1900" dirty="0" err="1"/>
              <a:t>sechler</a:t>
            </a:r>
            <a:endParaRPr lang="en-IN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56EC58-4DDB-D7ED-23D9-3284B52F6F0C}"/>
              </a:ext>
            </a:extLst>
          </p:cNvPr>
          <p:cNvSpPr/>
          <p:nvPr/>
        </p:nvSpPr>
        <p:spPr>
          <a:xfrm>
            <a:off x="6387034" y="2612803"/>
            <a:ext cx="3956179" cy="35071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David Attenborough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Michela </a:t>
            </a:r>
            <a:r>
              <a:rPr lang="en-US" sz="1900" dirty="0" err="1"/>
              <a:t>Luci.Jamie</a:t>
            </a:r>
            <a:r>
              <a:rPr lang="en-US" sz="1900" dirty="0"/>
              <a:t> </a:t>
            </a:r>
            <a:r>
              <a:rPr lang="en-US" sz="1900" dirty="0" err="1"/>
              <a:t>Watson,Anna</a:t>
            </a:r>
            <a:r>
              <a:rPr lang="en-US" sz="1900" dirty="0"/>
              <a:t> </a:t>
            </a:r>
            <a:r>
              <a:rPr lang="en-US" sz="1900" dirty="0" err="1"/>
              <a:t>Clarie</a:t>
            </a:r>
            <a:r>
              <a:rPr lang="en-US" sz="1900" dirty="0"/>
              <a:t> </a:t>
            </a:r>
            <a:r>
              <a:rPr lang="en-US" sz="1900" dirty="0" err="1"/>
              <a:t>Bartlam,Dante</a:t>
            </a:r>
            <a:r>
              <a:rPr lang="en-US" sz="1900" dirty="0"/>
              <a:t> </a:t>
            </a:r>
            <a:r>
              <a:rPr lang="en-US" sz="1900" dirty="0" err="1"/>
              <a:t>Zee,Eric</a:t>
            </a:r>
            <a:r>
              <a:rPr lang="en-US" sz="1900" dirty="0"/>
              <a:t> Peterson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Dave Chappelle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Peter Coyote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Bob Brisbane</a:t>
            </a:r>
            <a:endParaRPr lang="en-IN" sz="1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4AA7EB-46C2-E580-EABF-8E00E54BD7C3}"/>
              </a:ext>
            </a:extLst>
          </p:cNvPr>
          <p:cNvSpPr/>
          <p:nvPr/>
        </p:nvSpPr>
        <p:spPr>
          <a:xfrm>
            <a:off x="3142325" y="2774593"/>
            <a:ext cx="2173574" cy="494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tx1"/>
                </a:solidFill>
              </a:rPr>
              <a:t>MOVIE</a:t>
            </a:r>
            <a:endParaRPr lang="en-IN" sz="30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041D92-FE72-B41D-FD7C-CAB4126C86E7}"/>
              </a:ext>
            </a:extLst>
          </p:cNvPr>
          <p:cNvSpPr/>
          <p:nvPr/>
        </p:nvSpPr>
        <p:spPr>
          <a:xfrm>
            <a:off x="7278334" y="2774594"/>
            <a:ext cx="2173574" cy="4946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tx1"/>
                </a:solidFill>
              </a:rPr>
              <a:t>TV show</a:t>
            </a:r>
            <a:endParaRPr lang="en-IN" sz="3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003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77786-51C6-E633-BC40-5423E8AB9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1202"/>
            <a:ext cx="10515600" cy="6731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TOP 10 COUNTRIES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FCF578B-3013-D151-C697-111D18C753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3548066"/>
              </p:ext>
            </p:extLst>
          </p:nvPr>
        </p:nvGraphicFramePr>
        <p:xfrm>
          <a:off x="590552" y="1892377"/>
          <a:ext cx="5111749" cy="2067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B78EA35-1FFE-211B-6DCC-EAF11E0ED78D}"/>
              </a:ext>
            </a:extLst>
          </p:cNvPr>
          <p:cNvSpPr/>
          <p:nvPr/>
        </p:nvSpPr>
        <p:spPr>
          <a:xfrm>
            <a:off x="2114552" y="1379539"/>
            <a:ext cx="1628775" cy="409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tx1"/>
                </a:solidFill>
              </a:rPr>
              <a:t>Movie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065454-F207-B6C8-D8D0-93C794907F26}"/>
              </a:ext>
            </a:extLst>
          </p:cNvPr>
          <p:cNvSpPr/>
          <p:nvPr/>
        </p:nvSpPr>
        <p:spPr>
          <a:xfrm>
            <a:off x="590549" y="7763436"/>
            <a:ext cx="5111749" cy="378000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08967B0-D93B-7C21-50B4-6B53BEB93F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4487814"/>
              </p:ext>
            </p:extLst>
          </p:nvPr>
        </p:nvGraphicFramePr>
        <p:xfrm>
          <a:off x="590551" y="3841684"/>
          <a:ext cx="5111749" cy="21614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86230DC-5F1B-59C1-F02F-611FA43C5E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9420872"/>
              </p:ext>
            </p:extLst>
          </p:nvPr>
        </p:nvGraphicFramePr>
        <p:xfrm>
          <a:off x="590550" y="5608552"/>
          <a:ext cx="5111749" cy="2067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7F9CB130-8820-CA71-F005-0B1F42F82932}"/>
              </a:ext>
            </a:extLst>
          </p:cNvPr>
          <p:cNvGrpSpPr/>
          <p:nvPr/>
        </p:nvGrpSpPr>
        <p:grpSpPr>
          <a:xfrm>
            <a:off x="705731" y="7651645"/>
            <a:ext cx="3578224" cy="442800"/>
            <a:chOff x="122237" y="1424054"/>
            <a:chExt cx="3578224" cy="4428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D5EF091-EEC3-26A9-CC39-F236124BF7E9}"/>
                </a:ext>
              </a:extLst>
            </p:cNvPr>
            <p:cNvSpPr/>
            <p:nvPr/>
          </p:nvSpPr>
          <p:spPr>
            <a:xfrm>
              <a:off x="122237" y="1424054"/>
              <a:ext cx="3578224" cy="4428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BA153543-6D21-2B07-6F9F-27DF11FCDF6A}"/>
                </a:ext>
              </a:extLst>
            </p:cNvPr>
            <p:cNvSpPr txBox="1"/>
            <p:nvPr/>
          </p:nvSpPr>
          <p:spPr>
            <a:xfrm>
              <a:off x="143853" y="1445670"/>
              <a:ext cx="3534992" cy="399568"/>
            </a:xfrm>
            <a:prstGeom prst="rect">
              <a:avLst/>
            </a:prstGeom>
            <a:solidFill>
              <a:srgbClr val="00B0F0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5248" tIns="0" rIns="135248" bIns="0" numCol="1" spcCol="1270" anchor="ctr" anchorCtr="0">
              <a:noAutofit/>
            </a:bodyPr>
            <a:lstStyle/>
            <a:p>
              <a:pPr marL="0" lvl="0" indent="0" algn="l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dirty="0"/>
                <a:t>Japan</a:t>
              </a:r>
              <a:endParaRPr lang="en-IN" sz="1500" kern="1200" dirty="0"/>
            </a:p>
          </p:txBody>
        </p:sp>
      </p:grp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127C2315-CCA1-E8AC-DBD4-0C442A21C9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8753802"/>
              </p:ext>
            </p:extLst>
          </p:nvPr>
        </p:nvGraphicFramePr>
        <p:xfrm>
          <a:off x="6096000" y="1901727"/>
          <a:ext cx="5111749" cy="2067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281E00AE-2967-6425-2666-CE921390FFB9}"/>
              </a:ext>
            </a:extLst>
          </p:cNvPr>
          <p:cNvSpPr/>
          <p:nvPr/>
        </p:nvSpPr>
        <p:spPr>
          <a:xfrm>
            <a:off x="6095999" y="7738236"/>
            <a:ext cx="5111749" cy="403200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 dirty="0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CC42F162-1A64-EB26-51A8-436F62A97A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8452612"/>
              </p:ext>
            </p:extLst>
          </p:nvPr>
        </p:nvGraphicFramePr>
        <p:xfrm>
          <a:off x="6095998" y="3786151"/>
          <a:ext cx="5111749" cy="2067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0EED34A9-78C9-5265-1603-F00CB512E2B6}"/>
              </a:ext>
            </a:extLst>
          </p:cNvPr>
          <p:cNvGrpSpPr/>
          <p:nvPr/>
        </p:nvGrpSpPr>
        <p:grpSpPr>
          <a:xfrm>
            <a:off x="6265508" y="7569198"/>
            <a:ext cx="3578224" cy="442800"/>
            <a:chOff x="122237" y="1424054"/>
            <a:chExt cx="3578224" cy="442800"/>
          </a:xfrm>
          <a:solidFill>
            <a:schemeClr val="accent1">
              <a:lumMod val="75000"/>
            </a:schemeClr>
          </a:solidFill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8CCCF6F-1AF8-EF2E-77E3-B075C8694311}"/>
                </a:ext>
              </a:extLst>
            </p:cNvPr>
            <p:cNvSpPr/>
            <p:nvPr/>
          </p:nvSpPr>
          <p:spPr>
            <a:xfrm>
              <a:off x="122237" y="1424054"/>
              <a:ext cx="3578224" cy="44280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821E28E6-95D5-5D39-CA81-718B6384C30F}"/>
                </a:ext>
              </a:extLst>
            </p:cNvPr>
            <p:cNvSpPr txBox="1"/>
            <p:nvPr/>
          </p:nvSpPr>
          <p:spPr>
            <a:xfrm>
              <a:off x="143853" y="1445670"/>
              <a:ext cx="3534992" cy="39956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5248" tIns="0" rIns="135248" bIns="0" numCol="1" spcCol="1270" anchor="ctr" anchorCtr="0">
              <a:noAutofit/>
            </a:bodyPr>
            <a:lstStyle/>
            <a:p>
              <a:pPr marL="0" lvl="0" indent="0" algn="l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kern="1200" dirty="0"/>
                <a:t>Spain</a:t>
              </a:r>
            </a:p>
          </p:txBody>
        </p:sp>
      </p:grp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91BFDCFF-B894-A0EF-B207-762DA78E76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3393915"/>
              </p:ext>
            </p:extLst>
          </p:nvPr>
        </p:nvGraphicFramePr>
        <p:xfrm>
          <a:off x="6095996" y="5592243"/>
          <a:ext cx="5111749" cy="2067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4B9E3A1B-0706-870F-BEE1-1B5BB4BEBD23}"/>
              </a:ext>
            </a:extLst>
          </p:cNvPr>
          <p:cNvSpPr/>
          <p:nvPr/>
        </p:nvSpPr>
        <p:spPr>
          <a:xfrm>
            <a:off x="7748232" y="1433552"/>
            <a:ext cx="1628775" cy="409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tx1"/>
                </a:solidFill>
              </a:rPr>
              <a:t>TV show</a:t>
            </a:r>
          </a:p>
        </p:txBody>
      </p:sp>
    </p:spTree>
    <p:extLst>
      <p:ext uri="{BB962C8B-B14F-4D97-AF65-F5344CB8AC3E}">
        <p14:creationId xmlns:p14="http://schemas.microsoft.com/office/powerpoint/2010/main" val="3927930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CE9-2535-359A-86E3-B8049E958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0857"/>
            <a:ext cx="10515600" cy="778344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TOP 10 GENRE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64719BD-830E-EC0D-6CE3-94D91014FD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9755467"/>
              </p:ext>
            </p:extLst>
          </p:nvPr>
        </p:nvGraphicFramePr>
        <p:xfrm>
          <a:off x="237064" y="2708709"/>
          <a:ext cx="5647270" cy="2434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CBCE554-E29C-2E1A-42C8-D77C35AB30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1203640"/>
              </p:ext>
            </p:extLst>
          </p:nvPr>
        </p:nvGraphicFramePr>
        <p:xfrm>
          <a:off x="237064" y="5191496"/>
          <a:ext cx="5647270" cy="2434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C56570F9-8020-FCE9-FC80-09C7F6CEDDC1}"/>
              </a:ext>
            </a:extLst>
          </p:cNvPr>
          <p:cNvGrpSpPr/>
          <p:nvPr/>
        </p:nvGrpSpPr>
        <p:grpSpPr>
          <a:xfrm>
            <a:off x="237065" y="2240911"/>
            <a:ext cx="5647269" cy="467798"/>
            <a:chOff x="0" y="96739"/>
            <a:chExt cx="5046133" cy="467798"/>
          </a:xfrm>
          <a:effectLst>
            <a:outerShdw blurRad="50800" dist="50800" dir="5400000" algn="ctr" rotWithShape="0">
              <a:srgbClr val="000000">
                <a:alpha val="70000"/>
              </a:srgbClr>
            </a:outerShdw>
          </a:effectLst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F6F8137-80BD-3128-0D40-82DE211604B9}"/>
                </a:ext>
              </a:extLst>
            </p:cNvPr>
            <p:cNvSpPr/>
            <p:nvPr/>
          </p:nvSpPr>
          <p:spPr>
            <a:xfrm>
              <a:off x="0" y="96739"/>
              <a:ext cx="5046133" cy="467798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58961F0-27DC-0E1E-73FF-572F6F130BE8}"/>
                </a:ext>
              </a:extLst>
            </p:cNvPr>
            <p:cNvSpPr txBox="1"/>
            <p:nvPr/>
          </p:nvSpPr>
          <p:spPr>
            <a:xfrm>
              <a:off x="0" y="96739"/>
              <a:ext cx="5046133" cy="4677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8420" tIns="58420" rIns="58420" bIns="58420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900" kern="1200" dirty="0" err="1">
                  <a:solidFill>
                    <a:schemeClr val="bg1"/>
                  </a:solidFill>
                </a:rPr>
                <a:t>Dramas,international</a:t>
              </a:r>
              <a:r>
                <a:rPr lang="en-IN" sz="1900" kern="1200" dirty="0">
                  <a:solidFill>
                    <a:schemeClr val="bg1"/>
                  </a:solidFill>
                </a:rPr>
                <a:t> movies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6AC599B-FB3A-FEBC-8E87-B757B84954F9}"/>
              </a:ext>
            </a:extLst>
          </p:cNvPr>
          <p:cNvGrpSpPr/>
          <p:nvPr/>
        </p:nvGrpSpPr>
        <p:grpSpPr>
          <a:xfrm>
            <a:off x="237064" y="7735516"/>
            <a:ext cx="5647270" cy="467798"/>
            <a:chOff x="0" y="96739"/>
            <a:chExt cx="5046133" cy="46779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80DEABC-D114-B5E0-50F4-254C746CD720}"/>
                </a:ext>
              </a:extLst>
            </p:cNvPr>
            <p:cNvSpPr/>
            <p:nvPr/>
          </p:nvSpPr>
          <p:spPr>
            <a:xfrm>
              <a:off x="0" y="96739"/>
              <a:ext cx="5046133" cy="467798"/>
            </a:xfrm>
            <a:prstGeom prst="rect">
              <a:avLst/>
            </a:prstGeom>
            <a:solidFill>
              <a:srgbClr val="4472C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>
              <a:outerShdw blurRad="50800" dist="50800" dir="5400000" algn="ctr" rotWithShape="0">
                <a:srgbClr val="000000">
                  <a:alpha val="70000"/>
                </a:srgbClr>
              </a:outerShdw>
            </a:effectLst>
          </p:spPr>
          <p:txBody>
            <a:bodyPr spcFirstLastPara="0" vert="horz" wrap="square" lIns="58420" tIns="58420" rIns="58420" bIns="58420" numCol="1" spcCol="1270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3951F14-23E3-AA81-CAF1-B8202FB2E168}"/>
                </a:ext>
              </a:extLst>
            </p:cNvPr>
            <p:cNvSpPr txBox="1"/>
            <p:nvPr/>
          </p:nvSpPr>
          <p:spPr>
            <a:xfrm>
              <a:off x="0" y="96739"/>
              <a:ext cx="5046133" cy="467798"/>
            </a:xfrm>
            <a:prstGeom prst="rect">
              <a:avLst/>
            </a:prstGeom>
            <a:solidFill>
              <a:srgbClr val="4472C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>
              <a:outerShdw blurRad="50800" dist="50800" dir="5400000" algn="ctr" rotWithShape="0">
                <a:srgbClr val="000000">
                  <a:alpha val="70000"/>
                </a:srgbClr>
              </a:outerShdw>
            </a:effectLst>
          </p:spPr>
          <p:txBody>
            <a:bodyPr spcFirstLastPara="0" vert="horz" wrap="square" lIns="58420" tIns="58420" rIns="58420" bIns="58420" numCol="1" spcCol="1270" anchor="ctr" anchorCtr="0">
              <a:noAutofit/>
            </a:bodyPr>
            <a:lstStyle>
              <a:lvl1pPr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sz="2300">
                  <a:solidFill>
                    <a:prstClr val="white"/>
                  </a:solidFill>
                  <a:latin typeface="Calibri" panose="020F0502020204030204"/>
                </a:defRPr>
              </a:lvl1pPr>
            </a:lstStyle>
            <a:p>
              <a:r>
                <a:rPr lang="en-IN" sz="1900" dirty="0" err="1"/>
                <a:t>Comedies,international</a:t>
              </a:r>
              <a:r>
                <a:rPr lang="en-IN" sz="1900" dirty="0"/>
                <a:t> movies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D514B2-CB25-09B1-EEA1-1B723ED797FB}"/>
              </a:ext>
            </a:extLst>
          </p:cNvPr>
          <p:cNvGrpSpPr/>
          <p:nvPr/>
        </p:nvGrpSpPr>
        <p:grpSpPr>
          <a:xfrm>
            <a:off x="6175022" y="2240911"/>
            <a:ext cx="5836357" cy="467798"/>
            <a:chOff x="0" y="96739"/>
            <a:chExt cx="5046133" cy="46779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4F55647-53F3-F51C-20BE-20A9315DBB84}"/>
                </a:ext>
              </a:extLst>
            </p:cNvPr>
            <p:cNvSpPr/>
            <p:nvPr/>
          </p:nvSpPr>
          <p:spPr>
            <a:xfrm>
              <a:off x="0" y="96739"/>
              <a:ext cx="5046133" cy="467798"/>
            </a:xfrm>
            <a:prstGeom prst="rect">
              <a:avLst/>
            </a:prstGeom>
            <a:solidFill>
              <a:srgbClr val="4472C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>
              <a:outerShdw blurRad="50800" dist="50800" dir="5400000" algn="ctr" rotWithShape="0">
                <a:srgbClr val="000000">
                  <a:alpha val="70000"/>
                </a:srgbClr>
              </a:outerShdw>
            </a:effectLst>
          </p:spPr>
          <p:txBody>
            <a:bodyPr spcFirstLastPara="0" vert="horz" wrap="square" lIns="58420" tIns="58420" rIns="58420" bIns="58420" numCol="1" spcCol="1270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52A952-2C7D-CFE0-E520-D0FE67D743CF}"/>
                </a:ext>
              </a:extLst>
            </p:cNvPr>
            <p:cNvSpPr txBox="1"/>
            <p:nvPr/>
          </p:nvSpPr>
          <p:spPr>
            <a:xfrm>
              <a:off x="0" y="96739"/>
              <a:ext cx="5046133" cy="467798"/>
            </a:xfrm>
            <a:prstGeom prst="rect">
              <a:avLst/>
            </a:prstGeom>
            <a:solidFill>
              <a:srgbClr val="4472C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>
              <a:outerShdw blurRad="50800" dist="50800" dir="5400000" algn="ctr" rotWithShape="0">
                <a:srgbClr val="000000">
                  <a:alpha val="70000"/>
                </a:srgbClr>
              </a:outerShdw>
            </a:effectLst>
          </p:spPr>
          <p:txBody>
            <a:bodyPr spcFirstLastPara="0" vert="horz" wrap="square" lIns="58420" tIns="58420" rIns="58420" bIns="58420" numCol="1" spcCol="1270" anchor="ctr" anchorCtr="0">
              <a:noAutofit/>
            </a:bodyPr>
            <a:lstStyle/>
            <a:p>
              <a:pPr algn="ctr"/>
              <a:r>
                <a:rPr lang="en-IN" sz="1900" dirty="0" err="1">
                  <a:solidFill>
                    <a:schemeClr val="bg1"/>
                  </a:solidFill>
                </a:rPr>
                <a:t>KidS’</a:t>
              </a:r>
              <a:r>
                <a:rPr lang="en-IN" sz="1900" dirty="0">
                  <a:solidFill>
                    <a:schemeClr val="bg1"/>
                  </a:solidFill>
                </a:rPr>
                <a:t> TV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885B318-95CB-55EC-F4FB-074426438495}"/>
              </a:ext>
            </a:extLst>
          </p:cNvPr>
          <p:cNvGrpSpPr/>
          <p:nvPr/>
        </p:nvGrpSpPr>
        <p:grpSpPr>
          <a:xfrm>
            <a:off x="6175019" y="7735516"/>
            <a:ext cx="5836357" cy="467798"/>
            <a:chOff x="0" y="96739"/>
            <a:chExt cx="5046133" cy="4677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0D74024-A38C-CB1B-F958-88DC901B4A7A}"/>
                </a:ext>
              </a:extLst>
            </p:cNvPr>
            <p:cNvSpPr/>
            <p:nvPr/>
          </p:nvSpPr>
          <p:spPr>
            <a:xfrm>
              <a:off x="0" y="96739"/>
              <a:ext cx="5046133" cy="467798"/>
            </a:xfrm>
            <a:prstGeom prst="rect">
              <a:avLst/>
            </a:prstGeom>
            <a:solidFill>
              <a:srgbClr val="4472C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>
              <a:outerShdw blurRad="50800" dist="50800" dir="5400000" algn="ctr" rotWithShape="0">
                <a:srgbClr val="000000">
                  <a:alpha val="70000"/>
                </a:srgbClr>
              </a:outerShdw>
            </a:effectLst>
          </p:spPr>
          <p:txBody>
            <a:bodyPr spcFirstLastPara="0" vert="horz" wrap="square" lIns="58420" tIns="58420" rIns="58420" bIns="58420" numCol="1" spcCol="1270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5F784E9-9544-5F5E-8AA9-1D7170D71821}"/>
                </a:ext>
              </a:extLst>
            </p:cNvPr>
            <p:cNvSpPr txBox="1"/>
            <p:nvPr/>
          </p:nvSpPr>
          <p:spPr>
            <a:xfrm>
              <a:off x="0" y="96739"/>
              <a:ext cx="5046133" cy="467798"/>
            </a:xfrm>
            <a:prstGeom prst="rect">
              <a:avLst/>
            </a:prstGeom>
            <a:solidFill>
              <a:srgbClr val="4472C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>
              <a:outerShdw blurRad="50800" dist="50800" dir="5400000" algn="ctr" rotWithShape="0">
                <a:srgbClr val="000000">
                  <a:alpha val="70000"/>
                </a:srgbClr>
              </a:outerShdw>
            </a:effectLst>
          </p:spPr>
          <p:txBody>
            <a:bodyPr spcFirstLastPara="0" vert="horz" wrap="square" lIns="58420" tIns="58420" rIns="58420" bIns="58420" numCol="1" spcCol="1270" anchor="ctr" anchorCtr="0">
              <a:noAutofit/>
            </a:bodyPr>
            <a:lstStyle/>
            <a:p>
              <a:pPr algn="ctr"/>
              <a:r>
                <a:rPr lang="en-US" sz="1900" dirty="0">
                  <a:solidFill>
                    <a:schemeClr val="bg1"/>
                  </a:solidFill>
                </a:rPr>
                <a:t>TV comedies</a:t>
              </a:r>
              <a:endParaRPr lang="en-IN" sz="19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D0DB7B07-C809-B215-03AB-98EC0CC5CD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6309570"/>
              </p:ext>
            </p:extLst>
          </p:nvPr>
        </p:nvGraphicFramePr>
        <p:xfrm>
          <a:off x="6175021" y="5214870"/>
          <a:ext cx="5836355" cy="2434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47E6F76C-F269-47F9-8409-764482729CB7}"/>
              </a:ext>
            </a:extLst>
          </p:cNvPr>
          <p:cNvSpPr/>
          <p:nvPr/>
        </p:nvSpPr>
        <p:spPr>
          <a:xfrm>
            <a:off x="1834439" y="1571615"/>
            <a:ext cx="2602094" cy="5034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Movie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1824F5-CC0E-AFAC-5E8A-D6E016D540B7}"/>
              </a:ext>
            </a:extLst>
          </p:cNvPr>
          <p:cNvSpPr/>
          <p:nvPr/>
        </p:nvSpPr>
        <p:spPr>
          <a:xfrm>
            <a:off x="7890931" y="1571615"/>
            <a:ext cx="2088447" cy="467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tx1"/>
                </a:solidFill>
              </a:rPr>
              <a:t>TV shows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C1D69A-AB57-D79A-1C45-58CDF7086FCB}"/>
              </a:ext>
            </a:extLst>
          </p:cNvPr>
          <p:cNvSpPr txBox="1"/>
          <p:nvPr/>
        </p:nvSpPr>
        <p:spPr>
          <a:xfrm>
            <a:off x="237064" y="1398662"/>
            <a:ext cx="459717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10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Dramas, International </a:t>
            </a:r>
            <a:r>
              <a:rPr lang="en-IN" sz="190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Movies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7CB7503-FF49-FE2E-4643-24CF7CE94A61}"/>
              </a:ext>
            </a:extLst>
          </p:cNvPr>
          <p:cNvGrpSpPr/>
          <p:nvPr/>
        </p:nvGrpSpPr>
        <p:grpSpPr>
          <a:xfrm>
            <a:off x="6175023" y="2824617"/>
            <a:ext cx="5836356" cy="467341"/>
            <a:chOff x="0" y="97833"/>
            <a:chExt cx="5500511" cy="46734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BB76E83-8C30-ABF4-1BA2-9EAF65CF05A3}"/>
                </a:ext>
              </a:extLst>
            </p:cNvPr>
            <p:cNvSpPr/>
            <p:nvPr/>
          </p:nvSpPr>
          <p:spPr>
            <a:xfrm>
              <a:off x="0" y="97833"/>
              <a:ext cx="5500511" cy="467341"/>
            </a:xfrm>
            <a:prstGeom prst="rect">
              <a:avLst/>
            </a:prstGeom>
            <a:solidFill>
              <a:srgbClr val="4472C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>
              <a:outerShdw blurRad="50800" dist="50800" dir="5400000" algn="ctr" rotWithShape="0">
                <a:srgbClr val="000000">
                  <a:alpha val="7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2E36B31-0B89-EF19-B5A2-D05434B2A25F}"/>
                </a:ext>
              </a:extLst>
            </p:cNvPr>
            <p:cNvSpPr txBox="1"/>
            <p:nvPr/>
          </p:nvSpPr>
          <p:spPr>
            <a:xfrm>
              <a:off x="0" y="97833"/>
              <a:ext cx="5500511" cy="4673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8420" tIns="58420" rIns="58420" bIns="58420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a:t>International TV </a:t>
              </a:r>
              <a:r>
                <a:rPr lang="en-US" sz="1900" kern="1200" dirty="0" err="1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a:t>shows,TV</a:t>
              </a:r>
              <a:r>
                <a:rPr lang="en-US" sz="1900" kern="1200" dirty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a:t> Dramas</a:t>
              </a:r>
              <a:endParaRPr lang="en-IN" sz="19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C900588-2C55-B106-70B3-D4D5D6303C13}"/>
              </a:ext>
            </a:extLst>
          </p:cNvPr>
          <p:cNvGrpSpPr/>
          <p:nvPr/>
        </p:nvGrpSpPr>
        <p:grpSpPr>
          <a:xfrm>
            <a:off x="6175020" y="3432102"/>
            <a:ext cx="5836356" cy="529734"/>
            <a:chOff x="0" y="97833"/>
            <a:chExt cx="5500511" cy="467341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458788A-D026-24C5-D5EA-B2FE3F56676C}"/>
                </a:ext>
              </a:extLst>
            </p:cNvPr>
            <p:cNvSpPr/>
            <p:nvPr/>
          </p:nvSpPr>
          <p:spPr>
            <a:xfrm>
              <a:off x="0" y="97833"/>
              <a:ext cx="5500511" cy="467341"/>
            </a:xfrm>
            <a:prstGeom prst="rect">
              <a:avLst/>
            </a:prstGeom>
            <a:solidFill>
              <a:srgbClr val="4472C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>
              <a:outerShdw blurRad="50800" dist="50800" dir="5400000" algn="ctr" rotWithShape="0">
                <a:srgbClr val="000000">
                  <a:alpha val="7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86BEEA1-3D38-4BFB-C95C-30EFEC7FDA07}"/>
                </a:ext>
              </a:extLst>
            </p:cNvPr>
            <p:cNvSpPr txBox="1"/>
            <p:nvPr/>
          </p:nvSpPr>
          <p:spPr>
            <a:xfrm>
              <a:off x="0" y="97833"/>
              <a:ext cx="5500511" cy="4673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8420" tIns="58420" rIns="58420" bIns="58420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a:t>Crime TV </a:t>
              </a:r>
              <a:r>
                <a:rPr lang="en-US" sz="1900" kern="1200" dirty="0" err="1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a:t>shows,International</a:t>
              </a:r>
              <a:r>
                <a:rPr lang="en-US" sz="1900" kern="1200" dirty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a:t> TV </a:t>
              </a:r>
              <a:r>
                <a:rPr lang="en-US" sz="1900" kern="1200" dirty="0" err="1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a:t>shows,TV</a:t>
              </a:r>
              <a:r>
                <a:rPr lang="en-US" sz="1900" kern="1200" dirty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a:t> dramas</a:t>
              </a:r>
              <a:endParaRPr lang="en-IN" sz="19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02A0BA4-58D1-2063-F17A-DFFCB201BF36}"/>
              </a:ext>
            </a:extLst>
          </p:cNvPr>
          <p:cNvGrpSpPr/>
          <p:nvPr/>
        </p:nvGrpSpPr>
        <p:grpSpPr>
          <a:xfrm>
            <a:off x="6175020" y="4048560"/>
            <a:ext cx="5836357" cy="467341"/>
            <a:chOff x="0" y="97833"/>
            <a:chExt cx="5500511" cy="46734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B419162-1306-F646-69BF-00835C5398EF}"/>
                </a:ext>
              </a:extLst>
            </p:cNvPr>
            <p:cNvSpPr/>
            <p:nvPr/>
          </p:nvSpPr>
          <p:spPr>
            <a:xfrm>
              <a:off x="0" y="97833"/>
              <a:ext cx="5500511" cy="467341"/>
            </a:xfrm>
            <a:prstGeom prst="rect">
              <a:avLst/>
            </a:prstGeom>
            <a:solidFill>
              <a:srgbClr val="4472C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>
              <a:outerShdw blurRad="50800" dist="50800" dir="5400000" algn="ctr" rotWithShape="0">
                <a:srgbClr val="000000">
                  <a:alpha val="7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2EA9730-0CCA-EAC0-FE02-825DD9EAC9AB}"/>
                </a:ext>
              </a:extLst>
            </p:cNvPr>
            <p:cNvSpPr txBox="1"/>
            <p:nvPr/>
          </p:nvSpPr>
          <p:spPr>
            <a:xfrm>
              <a:off x="0" y="97833"/>
              <a:ext cx="5500511" cy="4673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8420" tIns="58420" rIns="58420" bIns="58420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a:t>Kids’ TV,TV comedies</a:t>
              </a:r>
              <a:endParaRPr lang="en-IN" sz="19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63FC3D6-87BD-0049-3374-428359F5A1B2}"/>
              </a:ext>
            </a:extLst>
          </p:cNvPr>
          <p:cNvGrpSpPr/>
          <p:nvPr/>
        </p:nvGrpSpPr>
        <p:grpSpPr>
          <a:xfrm>
            <a:off x="6175019" y="4631715"/>
            <a:ext cx="5836357" cy="467341"/>
            <a:chOff x="0" y="97833"/>
            <a:chExt cx="5500511" cy="46734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97F0FC1-6F74-F678-8B4B-AE1C447592F5}"/>
                </a:ext>
              </a:extLst>
            </p:cNvPr>
            <p:cNvSpPr/>
            <p:nvPr/>
          </p:nvSpPr>
          <p:spPr>
            <a:xfrm>
              <a:off x="0" y="97833"/>
              <a:ext cx="5500511" cy="467341"/>
            </a:xfrm>
            <a:prstGeom prst="rect">
              <a:avLst/>
            </a:prstGeom>
            <a:solidFill>
              <a:srgbClr val="4472C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>
              <a:outerShdw blurRad="50800" dist="50800" dir="5400000" algn="ctr" rotWithShape="0">
                <a:srgbClr val="000000">
                  <a:alpha val="7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DDC357E-3121-1F30-B2AE-F145AB5CB1C7}"/>
                </a:ext>
              </a:extLst>
            </p:cNvPr>
            <p:cNvSpPr txBox="1"/>
            <p:nvPr/>
          </p:nvSpPr>
          <p:spPr>
            <a:xfrm>
              <a:off x="0" y="97833"/>
              <a:ext cx="5500511" cy="4673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8420" tIns="58420" rIns="58420" bIns="58420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a:t>Reality TV</a:t>
              </a:r>
              <a:endParaRPr lang="en-IN" sz="19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2525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D40B-CB32-A070-C7A2-FDDB79F43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0857"/>
            <a:ext cx="10515600" cy="98245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Top 10 directors</a:t>
            </a:r>
            <a:endParaRPr lang="en-I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06D9E9-7B4F-598A-AD03-9BA7BB733A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5710099"/>
              </p:ext>
            </p:extLst>
          </p:nvPr>
        </p:nvGraphicFramePr>
        <p:xfrm>
          <a:off x="838200" y="1753484"/>
          <a:ext cx="7978422" cy="1935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C6DE82AE-7083-D81E-5559-CB2BD71B6A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6809911"/>
              </p:ext>
            </p:extLst>
          </p:nvPr>
        </p:nvGraphicFramePr>
        <p:xfrm>
          <a:off x="838200" y="3688645"/>
          <a:ext cx="7978422" cy="1935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8D2D666-FF14-9DE2-7C05-E13749171C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7934949"/>
              </p:ext>
            </p:extLst>
          </p:nvPr>
        </p:nvGraphicFramePr>
        <p:xfrm>
          <a:off x="838200" y="5574211"/>
          <a:ext cx="7978422" cy="1935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42378B1-D761-E24B-0BCD-4E5A81DC2F4A}"/>
              </a:ext>
            </a:extLst>
          </p:cNvPr>
          <p:cNvSpPr/>
          <p:nvPr/>
        </p:nvSpPr>
        <p:spPr>
          <a:xfrm>
            <a:off x="838200" y="7839544"/>
            <a:ext cx="7978422" cy="352800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8E38CD-0D10-11C3-D6E2-3D70BF22465C}"/>
              </a:ext>
            </a:extLst>
          </p:cNvPr>
          <p:cNvGrpSpPr/>
          <p:nvPr/>
        </p:nvGrpSpPr>
        <p:grpSpPr>
          <a:xfrm>
            <a:off x="1215107" y="7632904"/>
            <a:ext cx="5584895" cy="413280"/>
            <a:chOff x="398921" y="52820"/>
            <a:chExt cx="5584895" cy="41328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1C3A634-9658-E1CF-5F74-151D86D04E99}"/>
                </a:ext>
              </a:extLst>
            </p:cNvPr>
            <p:cNvSpPr/>
            <p:nvPr/>
          </p:nvSpPr>
          <p:spPr>
            <a:xfrm>
              <a:off x="398921" y="52820"/>
              <a:ext cx="5584895" cy="4132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1C7B393A-1743-DE90-C227-974845870B6E}"/>
                </a:ext>
              </a:extLst>
            </p:cNvPr>
            <p:cNvSpPr txBox="1"/>
            <p:nvPr/>
          </p:nvSpPr>
          <p:spPr>
            <a:xfrm>
              <a:off x="419096" y="72995"/>
              <a:ext cx="5544545" cy="37293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11096" tIns="0" rIns="211096" bIns="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900" kern="1200" dirty="0"/>
                <a:t>Steven Spielberg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803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8D2F5-8E4F-E6E4-5B3D-EAB37038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8621"/>
            <a:ext cx="10515600" cy="1103961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Conclusion:</a:t>
            </a:r>
            <a:endParaRPr lang="en-I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C0D0B-B4B3-8985-4561-905B4B17A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273"/>
            <a:ext cx="10515600" cy="13517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dirty="0"/>
              <a:t>The </a:t>
            </a:r>
            <a:r>
              <a:rPr lang="en-US" sz="2500" dirty="0" err="1"/>
              <a:t>plateform</a:t>
            </a:r>
            <a:r>
              <a:rPr lang="en-US" sz="2500" dirty="0"/>
              <a:t> predominately offers </a:t>
            </a:r>
            <a:r>
              <a:rPr lang="en-US" sz="2500" dirty="0" err="1"/>
              <a:t>movies,with</a:t>
            </a:r>
            <a:r>
              <a:rPr lang="en-US" sz="2500" dirty="0"/>
              <a:t> 2017 and 2018 being peak  </a:t>
            </a:r>
          </a:p>
          <a:p>
            <a:pPr marL="0" indent="0">
              <a:buNone/>
            </a:pPr>
            <a:r>
              <a:rPr lang="en-US" sz="2500" dirty="0" err="1"/>
              <a:t>year.however</a:t>
            </a:r>
            <a:r>
              <a:rPr lang="en-US" sz="2500" dirty="0"/>
              <a:t>, 2020 saw a surge in TV Show </a:t>
            </a:r>
            <a:r>
              <a:rPr lang="en-US" sz="2500" dirty="0" err="1"/>
              <a:t>releases.most</a:t>
            </a:r>
            <a:r>
              <a:rPr lang="en-US" sz="2500" dirty="0"/>
              <a:t> content falls under</a:t>
            </a:r>
          </a:p>
          <a:p>
            <a:pPr marL="0" indent="0">
              <a:buNone/>
            </a:pPr>
            <a:r>
              <a:rPr lang="en-US" sz="2500" dirty="0"/>
              <a:t> </a:t>
            </a:r>
            <a:r>
              <a:rPr lang="en-US" sz="2500" dirty="0" err="1"/>
              <a:t>TV_MA,suggesting</a:t>
            </a:r>
            <a:r>
              <a:rPr lang="en-US" sz="2500" dirty="0"/>
              <a:t> a focus on mature audience preferences.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914858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</TotalTime>
  <Words>621</Words>
  <Application>Microsoft Office PowerPoint</Application>
  <PresentationFormat>Custom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NETFLIX MOVIES  AND TV SHOWS</vt:lpstr>
      <vt:lpstr>            Data description show-id , Type ,Title ,Director ,cast ,country ,Data added ,  Release year, duration, Ratings ,listed-in, Description.</vt:lpstr>
      <vt:lpstr>Objective</vt:lpstr>
      <vt:lpstr>LOOKUP</vt:lpstr>
      <vt:lpstr>Business questions to be answered using pivot table and dashboard</vt:lpstr>
      <vt:lpstr>PowerPoint Presentation</vt:lpstr>
      <vt:lpstr>Findings from pivot table and dashboard</vt:lpstr>
      <vt:lpstr>TOP 5 ACTORS</vt:lpstr>
      <vt:lpstr>TOP 10 COUNTRIES</vt:lpstr>
      <vt:lpstr>TOP 10 GENRE</vt:lpstr>
      <vt:lpstr>Top 10 directors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MOVIES  AND TV SHOWS</dc:title>
  <dc:creator>kajal salokhe</dc:creator>
  <cp:lastModifiedBy>kajal salokhe</cp:lastModifiedBy>
  <cp:revision>6</cp:revision>
  <dcterms:created xsi:type="dcterms:W3CDTF">2023-12-24T09:21:22Z</dcterms:created>
  <dcterms:modified xsi:type="dcterms:W3CDTF">2023-12-29T19:22:34Z</dcterms:modified>
</cp:coreProperties>
</file>